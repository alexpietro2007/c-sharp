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4"/>
  </p:sldMasterIdLst>
  <p:notesMasterIdLst>
    <p:notesMasterId r:id="rId16"/>
  </p:notesMasterIdLst>
  <p:handoutMasterIdLst>
    <p:handoutMasterId r:id="rId17"/>
  </p:handoutMasterIdLst>
  <p:sldIdLst>
    <p:sldId id="257" r:id="rId5"/>
    <p:sldId id="330" r:id="rId6"/>
    <p:sldId id="340" r:id="rId7"/>
    <p:sldId id="342" r:id="rId8"/>
    <p:sldId id="353" r:id="rId9"/>
    <p:sldId id="354" r:id="rId10"/>
    <p:sldId id="355" r:id="rId11"/>
    <p:sldId id="357" r:id="rId12"/>
    <p:sldId id="358" r:id="rId13"/>
    <p:sldId id="359" r:id="rId14"/>
    <p:sldId id="356" r:id="rId15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>
          <p15:clr>
            <a:srgbClr val="F26B43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7335B"/>
    <a:srgbClr val="CCE8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23" autoAdjust="0"/>
    <p:restoredTop sz="93725" autoAdjust="0"/>
  </p:normalViewPr>
  <p:slideViewPr>
    <p:cSldViewPr snapToGrid="0">
      <p:cViewPr varScale="1">
        <p:scale>
          <a:sx n="93" d="100"/>
          <a:sy n="93" d="100"/>
        </p:scale>
        <p:origin x="96" y="462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-2709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123" d="100"/>
          <a:sy n="123" d="100"/>
        </p:scale>
        <p:origin x="497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D1471C2C-1567-47F4-803E-468024209D9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58F5B09-2954-46C6-97BB-9E10649FE2C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725FB956-6D4A-42A4-8922-04A0471F5626}" type="datetime1">
              <a:rPr lang="pt-BR" smtClean="0"/>
              <a:t>20/09/2022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39A204B-EBA9-4C6D-BFB2-A104F00C8E2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855F72FC-4D2D-4E5B-A4DD-62E2C822FB1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23CDBB5-5B4A-4483-935D-A73935186B4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9237790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D8414BCE-8E15-4FAC-ABEA-824CFE89BEEF}" type="datetime1">
              <a:rPr lang="pt-BR" smtClean="0"/>
              <a:t>20/09/2022</a:t>
            </a:fld>
            <a:endParaRPr lang="pt-BR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t-BR"/>
          </a:p>
        </p:txBody>
      </p:sp>
      <p:sp>
        <p:nvSpPr>
          <p:cNvPr id="5" name="Espaço Reservado para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E7CCE34D-CFF1-4FFE-815B-D050E7ED2D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9362889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983A999-5E0E-42CA-8400-604AE921FF7C}" type="slidenum">
              <a:rPr lang="pt-BR" smtClean="0"/>
              <a:t>1</a:t>
            </a:fld>
            <a:endParaRPr lang="pt-BR"/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B6C9253-D535-4381-869E-FE197FA2CA27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1A551632-2A86-4E22-BFB5-628C43F0EF2D}" type="datetime1">
              <a:rPr lang="pt-BR" smtClean="0"/>
              <a:t>20/09/2022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08359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9E68F591-F3C7-4872-BBA0-0693794F4F1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999414" y="1051551"/>
            <a:ext cx="3565524" cy="2384898"/>
          </a:xfrm>
        </p:spPr>
        <p:txBody>
          <a:bodyPr rtlCol="0" anchor="b" anchorCtr="0">
            <a:noAutofit/>
          </a:bodyPr>
          <a:lstStyle/>
          <a:p>
            <a:pPr rtl="0"/>
            <a:r>
              <a:rPr lang="pt-BR" sz="4800"/>
              <a:t>3DFloat</a:t>
            </a:r>
          </a:p>
        </p:txBody>
      </p:sp>
      <p:sp>
        <p:nvSpPr>
          <p:cNvPr id="14" name="Espaço Reservado para Imagem 13">
            <a:extLst>
              <a:ext uri="{FF2B5EF4-FFF2-40B4-BE49-F238E27FC236}">
                <a16:creationId xmlns:a16="http://schemas.microsoft.com/office/drawing/2014/main" id="{967766A8-18D5-4391-8DB7-7BFF6427636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452360" cy="6858000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38AD48E-7D67-4BE9-97B6-DB64DE525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7999413" y="445272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t-BR"/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EB6FF8E2-165B-49EB-8120-14190F9491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5400000">
            <a:off x="10915300" y="5534727"/>
            <a:ext cx="667802" cy="631474"/>
            <a:chOff x="10478914" y="1506691"/>
            <a:chExt cx="667802" cy="631474"/>
          </a:xfrm>
        </p:grpSpPr>
        <p:sp>
          <p:nvSpPr>
            <p:cNvPr id="10" name="Forma Livre: Forma 9">
              <a:extLst>
                <a:ext uri="{FF2B5EF4-FFF2-40B4-BE49-F238E27FC236}">
                  <a16:creationId xmlns:a16="http://schemas.microsoft.com/office/drawing/2014/main" id="{79B763A7-EE7D-4306-8306-01E8C86E6350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606715" y="1506691"/>
              <a:ext cx="540001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101600" dist="50800" dir="732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4B3A935F-6844-4FCE-B0AE-5492715A58F1}"/>
                </a:ext>
              </a:extLst>
            </p:cNvPr>
            <p:cNvSpPr/>
            <p:nvPr/>
          </p:nvSpPr>
          <p:spPr>
            <a:xfrm rot="13500000">
              <a:off x="10613915" y="1424627"/>
              <a:ext cx="270000" cy="540001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/>
            </a:p>
          </p:txBody>
        </p:sp>
      </p:grp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B16EB97-6E8A-4B50-8701-7CB158044D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999413" y="3568700"/>
            <a:ext cx="3565524" cy="1731963"/>
          </a:xfrm>
        </p:spPr>
        <p:txBody>
          <a:bodyPr rtlCol="0">
            <a:noAutofit/>
          </a:bodyPr>
          <a:lstStyle>
            <a:lvl1pPr>
              <a:buNone/>
              <a:defRPr sz="2000"/>
            </a:lvl1pPr>
            <a:lvl2pPr>
              <a:buNone/>
              <a:defRPr sz="2000"/>
            </a:lvl2pPr>
            <a:lvl3pPr>
              <a:buNone/>
              <a:defRPr sz="2000"/>
            </a:lvl3pPr>
            <a:lvl4pPr>
              <a:buNone/>
              <a:defRPr sz="2000"/>
            </a:lvl4pPr>
            <a:lvl5pPr>
              <a:buNone/>
              <a:defRPr sz="2000"/>
            </a:lvl5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6009488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C0923D16-1EC5-4C17-ABA8-B13A1256B3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4" y="549275"/>
            <a:ext cx="3565524" cy="1997855"/>
          </a:xfrm>
        </p:spPr>
        <p:txBody>
          <a:bodyPr wrap="square" rtlCol="0" anchor="b" anchorCtr="0">
            <a:noAutofit/>
          </a:bodyPr>
          <a:lstStyle>
            <a:lvl1pPr>
              <a:defRPr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50294D8B-CF64-4C26-8C78-57A375E7D33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50863" y="2677306"/>
            <a:ext cx="3565525" cy="3415519"/>
          </a:xfrm>
        </p:spPr>
        <p:txBody>
          <a:bodyPr rtlCol="0" anchor="t" anchorCtr="0">
            <a:noAutofit/>
          </a:bodyPr>
          <a:lstStyle>
            <a:lvl1pPr>
              <a:buNone/>
              <a:defRPr/>
            </a:lvl1pPr>
          </a:lstStyle>
          <a:p>
            <a:pPr rtl="0">
              <a:lnSpc>
                <a:spcPct val="120000"/>
              </a:lnSpc>
            </a:pPr>
            <a:r>
              <a:rPr lang="pt-BR" sz="1600"/>
              <a:t>Clique para adicionar o texto</a:t>
            </a:r>
          </a:p>
        </p:txBody>
      </p:sp>
      <p:sp>
        <p:nvSpPr>
          <p:cNvPr id="17" name="Espaço Reservado para Imagem 16">
            <a:extLst>
              <a:ext uri="{FF2B5EF4-FFF2-40B4-BE49-F238E27FC236}">
                <a16:creationId xmlns:a16="http://schemas.microsoft.com/office/drawing/2014/main" id="{67BCF456-426F-435B-8DF0-A32A44F5A88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208928" y="1596771"/>
            <a:ext cx="3448558" cy="3448558"/>
          </a:xfrm>
          <a:custGeom>
            <a:avLst/>
            <a:gdLst>
              <a:gd name="connsiteX0" fmla="*/ 1724279 w 3448558"/>
              <a:gd name="connsiteY0" fmla="*/ 0 h 3448558"/>
              <a:gd name="connsiteX1" fmla="*/ 3448558 w 3448558"/>
              <a:gd name="connsiteY1" fmla="*/ 1724279 h 3448558"/>
              <a:gd name="connsiteX2" fmla="*/ 1724279 w 3448558"/>
              <a:gd name="connsiteY2" fmla="*/ 3448558 h 3448558"/>
              <a:gd name="connsiteX3" fmla="*/ 0 w 3448558"/>
              <a:gd name="connsiteY3" fmla="*/ 1724279 h 3448558"/>
              <a:gd name="connsiteX4" fmla="*/ 1724279 w 3448558"/>
              <a:gd name="connsiteY4" fmla="*/ 0 h 3448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8558" h="3448558">
                <a:moveTo>
                  <a:pt x="1724279" y="0"/>
                </a:moveTo>
                <a:cubicBezTo>
                  <a:pt x="2676572" y="0"/>
                  <a:pt x="3448558" y="771986"/>
                  <a:pt x="3448558" y="1724279"/>
                </a:cubicBezTo>
                <a:cubicBezTo>
                  <a:pt x="3448558" y="2676572"/>
                  <a:pt x="2676572" y="3448558"/>
                  <a:pt x="1724279" y="3448558"/>
                </a:cubicBezTo>
                <a:cubicBezTo>
                  <a:pt x="771986" y="3448558"/>
                  <a:pt x="0" y="2676572"/>
                  <a:pt x="0" y="1724279"/>
                </a:cubicBezTo>
                <a:cubicBezTo>
                  <a:pt x="0" y="771986"/>
                  <a:pt x="771986" y="0"/>
                  <a:pt x="1724279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 rtlCol="0">
            <a:noAutofit/>
          </a:bodyPr>
          <a:lstStyle/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22" name="Espaço Reservado para Imagem 21">
            <a:extLst>
              <a:ext uri="{FF2B5EF4-FFF2-40B4-BE49-F238E27FC236}">
                <a16:creationId xmlns:a16="http://schemas.microsoft.com/office/drawing/2014/main" id="{4813A609-7079-46D5-9C1D-52004ABDAC9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18575" y="596392"/>
            <a:ext cx="2263776" cy="2263776"/>
          </a:xfrm>
          <a:custGeom>
            <a:avLst/>
            <a:gdLst>
              <a:gd name="connsiteX0" fmla="*/ 1131888 w 2263776"/>
              <a:gd name="connsiteY0" fmla="*/ 0 h 2263776"/>
              <a:gd name="connsiteX1" fmla="*/ 2263776 w 2263776"/>
              <a:gd name="connsiteY1" fmla="*/ 1131888 h 2263776"/>
              <a:gd name="connsiteX2" fmla="*/ 1131888 w 2263776"/>
              <a:gd name="connsiteY2" fmla="*/ 2263776 h 2263776"/>
              <a:gd name="connsiteX3" fmla="*/ 0 w 2263776"/>
              <a:gd name="connsiteY3" fmla="*/ 1131888 h 2263776"/>
              <a:gd name="connsiteX4" fmla="*/ 1131888 w 2263776"/>
              <a:gd name="connsiteY4" fmla="*/ 0 h 2263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63776" h="2263776">
                <a:moveTo>
                  <a:pt x="1131888" y="0"/>
                </a:moveTo>
                <a:cubicBezTo>
                  <a:pt x="1757012" y="0"/>
                  <a:pt x="2263776" y="506764"/>
                  <a:pt x="2263776" y="1131888"/>
                </a:cubicBezTo>
                <a:cubicBezTo>
                  <a:pt x="2263776" y="1757012"/>
                  <a:pt x="1757012" y="2263776"/>
                  <a:pt x="1131888" y="2263776"/>
                </a:cubicBezTo>
                <a:cubicBezTo>
                  <a:pt x="506764" y="2263776"/>
                  <a:pt x="0" y="1757012"/>
                  <a:pt x="0" y="1131888"/>
                </a:cubicBezTo>
                <a:cubicBezTo>
                  <a:pt x="0" y="506764"/>
                  <a:pt x="506764" y="0"/>
                  <a:pt x="1131888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 rtlCol="0">
            <a:noAutofit/>
          </a:bodyPr>
          <a:lstStyle/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25" name="Espaço Reservado para Imagem 24">
            <a:extLst>
              <a:ext uri="{FF2B5EF4-FFF2-40B4-BE49-F238E27FC236}">
                <a16:creationId xmlns:a16="http://schemas.microsoft.com/office/drawing/2014/main" id="{A14F21DF-D5E0-4C6C-BA2C-D69D65DBB18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091612" y="3324733"/>
            <a:ext cx="2936876" cy="2936876"/>
          </a:xfrm>
          <a:custGeom>
            <a:avLst/>
            <a:gdLst>
              <a:gd name="connsiteX0" fmla="*/ 1468438 w 2936876"/>
              <a:gd name="connsiteY0" fmla="*/ 0 h 2936876"/>
              <a:gd name="connsiteX1" fmla="*/ 2936876 w 2936876"/>
              <a:gd name="connsiteY1" fmla="*/ 1468438 h 2936876"/>
              <a:gd name="connsiteX2" fmla="*/ 1468438 w 2936876"/>
              <a:gd name="connsiteY2" fmla="*/ 2936876 h 2936876"/>
              <a:gd name="connsiteX3" fmla="*/ 0 w 2936876"/>
              <a:gd name="connsiteY3" fmla="*/ 1468438 h 2936876"/>
              <a:gd name="connsiteX4" fmla="*/ 1468438 w 2936876"/>
              <a:gd name="connsiteY4" fmla="*/ 0 h 2936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36876" h="2936876">
                <a:moveTo>
                  <a:pt x="1468438" y="0"/>
                </a:moveTo>
                <a:cubicBezTo>
                  <a:pt x="2279434" y="0"/>
                  <a:pt x="2936876" y="657442"/>
                  <a:pt x="2936876" y="1468438"/>
                </a:cubicBezTo>
                <a:cubicBezTo>
                  <a:pt x="2936876" y="2279434"/>
                  <a:pt x="2279434" y="2936876"/>
                  <a:pt x="1468438" y="2936876"/>
                </a:cubicBezTo>
                <a:cubicBezTo>
                  <a:pt x="657442" y="2936876"/>
                  <a:pt x="0" y="2279434"/>
                  <a:pt x="0" y="1468438"/>
                </a:cubicBezTo>
                <a:cubicBezTo>
                  <a:pt x="0" y="657442"/>
                  <a:pt x="657442" y="0"/>
                  <a:pt x="1468438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 rtlCol="0">
            <a:noAutofit/>
          </a:bodyPr>
          <a:lstStyle/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Terça-feira, 2 de fevereiro, 20XX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Amostra de Texto de Rodapé</a:t>
            </a:r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pt-BR" smtClean="0"/>
              <a:t>‹nº›</a:t>
            </a:fld>
            <a:endParaRPr lang="pt-BR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2FF63B4-C261-4597-9EE0-811D250B9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6548755" y="850167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t-B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F92CF088-7F97-4A11-8A81-0EF641F69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602297" y="5691007"/>
            <a:ext cx="667802" cy="631474"/>
            <a:chOff x="3409557" y="4940429"/>
            <a:chExt cx="667802" cy="631474"/>
          </a:xfrm>
        </p:grpSpPr>
        <p:sp>
          <p:nvSpPr>
            <p:cNvPr id="11" name="Forma Livre: Forma 10">
              <a:extLst>
                <a:ext uri="{FF2B5EF4-FFF2-40B4-BE49-F238E27FC236}">
                  <a16:creationId xmlns:a16="http://schemas.microsoft.com/office/drawing/2014/main" id="{165B23B7-CE74-4974-ABD8-BFA31D583416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3537358" y="4940429"/>
              <a:ext cx="540001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101600" dist="50800" dir="732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F99BB1F-6C9D-4972-9EF4-98ACD7BE71E5}"/>
                </a:ext>
              </a:extLst>
            </p:cNvPr>
            <p:cNvSpPr/>
            <p:nvPr/>
          </p:nvSpPr>
          <p:spPr>
            <a:xfrm rot="13500000">
              <a:off x="3544558" y="4858365"/>
              <a:ext cx="270000" cy="540001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 dirty="0"/>
            </a:p>
          </p:txBody>
        </p:sp>
      </p:grpSp>
    </p:spTree>
    <p:extLst>
      <p:ext uri="{BB962C8B-B14F-4D97-AF65-F5344CB8AC3E}">
        <p14:creationId xmlns:p14="http://schemas.microsoft.com/office/powerpoint/2010/main" val="4284120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ntrodu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>
            <a:extLst>
              <a:ext uri="{FF2B5EF4-FFF2-40B4-BE49-F238E27FC236}">
                <a16:creationId xmlns:a16="http://schemas.microsoft.com/office/drawing/2014/main" id="{A458B3A1-C77D-4AFC-B2C8-79520B53C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507200"/>
            <a:ext cx="4500562" cy="1562959"/>
          </a:xfrm>
        </p:spPr>
        <p:txBody>
          <a:bodyPr wrap="square" rtlCol="0" anchor="t" anchorCtr="0">
            <a:noAutofit/>
          </a:bodyPr>
          <a:lstStyle/>
          <a:p>
            <a:pPr rtl="0"/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12" name="Espaço Reservado para Imagem 11">
            <a:extLst>
              <a:ext uri="{FF2B5EF4-FFF2-40B4-BE49-F238E27FC236}">
                <a16:creationId xmlns:a16="http://schemas.microsoft.com/office/drawing/2014/main" id="{F551DA26-B267-4F28-B4D0-65B3EF6E111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3054096" cy="3776472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18" name="Espaço Reservado para Imagem 11">
            <a:extLst>
              <a:ext uri="{FF2B5EF4-FFF2-40B4-BE49-F238E27FC236}">
                <a16:creationId xmlns:a16="http://schemas.microsoft.com/office/drawing/2014/main" id="{95544A62-DA23-4840-99DE-09AFC8F4DC4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054096" y="0"/>
            <a:ext cx="3054096" cy="3776472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19" name="Espaço Reservado para Imagem 11">
            <a:extLst>
              <a:ext uri="{FF2B5EF4-FFF2-40B4-BE49-F238E27FC236}">
                <a16:creationId xmlns:a16="http://schemas.microsoft.com/office/drawing/2014/main" id="{0C91AF30-C5BB-4601-BDEB-E60C93A1693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83808" y="0"/>
            <a:ext cx="3054096" cy="3776472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20" name="Espaço Reservado para Imagem 11">
            <a:extLst>
              <a:ext uri="{FF2B5EF4-FFF2-40B4-BE49-F238E27FC236}">
                <a16:creationId xmlns:a16="http://schemas.microsoft.com/office/drawing/2014/main" id="{5B625AA5-EA5B-4115-A461-DA2C7087D83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137904" y="0"/>
            <a:ext cx="3054096" cy="3776472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Terça-feira, 2 de fevereiro, 20XX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Amostra de Texto de Rodapé</a:t>
            </a:r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pt-BR" smtClean="0"/>
              <a:t>‹nº›</a:t>
            </a:fld>
            <a:endParaRPr lang="pt-BR"/>
          </a:p>
        </p:txBody>
      </p:sp>
      <p:sp>
        <p:nvSpPr>
          <p:cNvPr id="11" name="Espaço Reservado para Conteúdo 6">
            <a:extLst>
              <a:ext uri="{FF2B5EF4-FFF2-40B4-BE49-F238E27FC236}">
                <a16:creationId xmlns:a16="http://schemas.microsoft.com/office/drawing/2014/main" id="{1B1AE41C-3196-4E6F-A3A8-313A92677FF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262411" y="4508500"/>
            <a:ext cx="6221412" cy="1563688"/>
          </a:xfrm>
        </p:spPr>
        <p:txBody>
          <a:bodyPr rtlCol="0">
            <a:noAutofit/>
          </a:bodyPr>
          <a:lstStyle>
            <a:lvl1pPr marL="228600" indent="-228600">
              <a:lnSpc>
                <a:spcPct val="100000"/>
              </a:lnSpc>
              <a:buFont typeface="Arial" panose="020B0604020202020204" pitchFamily="34" charset="0"/>
              <a:buChar char="•"/>
              <a:defRPr sz="2000"/>
            </a:lvl1pPr>
            <a:lvl2pPr>
              <a:buNone/>
              <a:defRPr sz="1900"/>
            </a:lvl2pPr>
            <a:lvl3pPr>
              <a:buNone/>
              <a:defRPr sz="1900"/>
            </a:lvl3pPr>
            <a:lvl4pPr>
              <a:buNone/>
              <a:defRPr sz="1900"/>
            </a:lvl4pPr>
            <a:lvl5pPr>
              <a:buNone/>
              <a:defRPr sz="1900"/>
            </a:lvl5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2570260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Quebra de seçã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Imagem 7">
            <a:extLst>
              <a:ext uri="{FF2B5EF4-FFF2-40B4-BE49-F238E27FC236}">
                <a16:creationId xmlns:a16="http://schemas.microsoft.com/office/drawing/2014/main" id="{F75B2FBE-0C5C-48AA-8D7F-9D5B7373CC9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solidFill>
            <a:schemeClr val="accent5"/>
          </a:solidFill>
        </p:spPr>
        <p:txBody>
          <a:bodyPr rtlCol="0"/>
          <a:lstStyle/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6403DDF-462A-45CE-931B-010AB4F73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pt-BR"/>
              <a:t>Terça-feira, 2 de fevereiro, 20XX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9E10702-2ACF-4768-9E91-8CB87B895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/>
              <a:t>Amostra de Texto de Rodapé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E8DFA722-391E-4FCF-8E15-0D7E2EC02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BA1B0FB-D917-4C8C-928F-313BD683BF39}" type="slidenum">
              <a:rPr lang="pt-BR" smtClean="0"/>
              <a:t>‹nº›</a:t>
            </a:fld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80517979-166D-4AAA-ABBC-0C3E5C2ECF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773729"/>
            <a:ext cx="12192000" cy="1084271"/>
          </a:xfrm>
          <a:prstGeom prst="rect">
            <a:avLst/>
          </a:prstGeom>
          <a:gradFill flip="none" rotWithShape="1">
            <a:gsLst>
              <a:gs pos="90000">
                <a:schemeClr val="bg2">
                  <a:alpha val="60000"/>
                </a:schemeClr>
              </a:gs>
              <a:gs pos="28000">
                <a:schemeClr val="bg2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4E111559-B769-4E2A-A891-97B3C4AA6BAC}"/>
              </a:ext>
            </a:extLst>
          </p:cNvPr>
          <p:cNvSpPr/>
          <p:nvPr userDrawn="1"/>
        </p:nvSpPr>
        <p:spPr>
          <a:xfrm rot="10800000">
            <a:off x="0" y="-3"/>
            <a:ext cx="9000000" cy="6857998"/>
          </a:xfrm>
          <a:prstGeom prst="rect">
            <a:avLst/>
          </a:prstGeom>
          <a:gradFill flip="none" rotWithShape="1">
            <a:gsLst>
              <a:gs pos="50000">
                <a:schemeClr val="bg2">
                  <a:alpha val="60000"/>
                </a:schemeClr>
              </a:gs>
              <a:gs pos="0">
                <a:schemeClr val="bg2">
                  <a:alpha val="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/>
          </a:p>
        </p:txBody>
      </p:sp>
      <p:sp>
        <p:nvSpPr>
          <p:cNvPr id="15" name="Título 1">
            <a:extLst>
              <a:ext uri="{FF2B5EF4-FFF2-40B4-BE49-F238E27FC236}">
                <a16:creationId xmlns:a16="http://schemas.microsoft.com/office/drawing/2014/main" id="{754E1219-253E-4FEF-A576-83857F44BA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3" y="549275"/>
            <a:ext cx="5437187" cy="2986234"/>
          </a:xfrm>
        </p:spPr>
        <p:txBody>
          <a:bodyPr rtlCol="0" anchor="b" anchorCtr="0">
            <a:noAutofit/>
          </a:bodyPr>
          <a:lstStyle>
            <a:lvl1pPr>
              <a:defRPr sz="6400"/>
            </a:lvl1pPr>
          </a:lstStyle>
          <a:p>
            <a:pPr rtl="0"/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16" name="Subtítulo 2">
            <a:extLst>
              <a:ext uri="{FF2B5EF4-FFF2-40B4-BE49-F238E27FC236}">
                <a16:creationId xmlns:a16="http://schemas.microsoft.com/office/drawing/2014/main" id="{93411FC5-0B5A-4566-9984-827485AF92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863" y="3816724"/>
            <a:ext cx="5437187" cy="2265216"/>
          </a:xfrm>
        </p:spPr>
        <p:txBody>
          <a:bodyPr rtlCol="0">
            <a:noAutofit/>
          </a:bodyPr>
          <a:lstStyle>
            <a:lvl1pPr>
              <a:buNone/>
              <a:defRPr sz="2400"/>
            </a:lvl1pPr>
          </a:lstStyle>
          <a:p>
            <a:pPr rtl="0"/>
            <a:r>
              <a:rPr lang="pt-BR">
                <a:solidFill>
                  <a:schemeClr val="tx1">
                    <a:alpha val="60000"/>
                  </a:schemeClr>
                </a:solidFill>
              </a:rPr>
              <a:t>Clique para editar o estilo do subtítulo Mestre</a:t>
            </a:r>
            <a:endParaRPr lang="pt-BR" dirty="0">
              <a:solidFill>
                <a:schemeClr val="tx1">
                  <a:alpha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34295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Quebra de seçã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Imagem 7">
            <a:extLst>
              <a:ext uri="{FF2B5EF4-FFF2-40B4-BE49-F238E27FC236}">
                <a16:creationId xmlns:a16="http://schemas.microsoft.com/office/drawing/2014/main" id="{F75B2FBE-0C5C-48AA-8D7F-9D5B7373CC9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rtlCol="0"/>
          <a:lstStyle/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16" name="Subtítulo 2">
            <a:extLst>
              <a:ext uri="{FF2B5EF4-FFF2-40B4-BE49-F238E27FC236}">
                <a16:creationId xmlns:a16="http://schemas.microsoft.com/office/drawing/2014/main" id="{93411FC5-0B5A-4566-9984-827485AF92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557281"/>
            <a:ext cx="6640285" cy="3300719"/>
          </a:xfrm>
          <a:gradFill>
            <a:gsLst>
              <a:gs pos="0">
                <a:schemeClr val="bg2">
                  <a:alpha val="0"/>
                </a:schemeClr>
              </a:gs>
              <a:gs pos="50000">
                <a:schemeClr val="bg2">
                  <a:alpha val="60000"/>
                </a:schemeClr>
              </a:gs>
            </a:gsLst>
            <a:lin ang="10800000" scaled="1"/>
          </a:gradFill>
        </p:spPr>
        <p:txBody>
          <a:bodyPr rtlCol="0">
            <a:noAutofit/>
          </a:bodyPr>
          <a:lstStyle>
            <a:lvl1pPr marL="548640" indent="0">
              <a:lnSpc>
                <a:spcPct val="200000"/>
              </a:lnSpc>
              <a:buNone/>
              <a:defRPr/>
            </a:lvl1pPr>
          </a:lstStyle>
          <a:p>
            <a:pPr rtl="0"/>
            <a:r>
              <a:rPr lang="pt-BR">
                <a:solidFill>
                  <a:schemeClr val="tx1">
                    <a:alpha val="60000"/>
                  </a:schemeClr>
                </a:solidFill>
              </a:rPr>
              <a:t>Clique para editar o estilo do subtítulo Mestre</a:t>
            </a:r>
            <a:endParaRPr lang="pt-BR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15" name="Título 1">
            <a:extLst>
              <a:ext uri="{FF2B5EF4-FFF2-40B4-BE49-F238E27FC236}">
                <a16:creationId xmlns:a16="http://schemas.microsoft.com/office/drawing/2014/main" id="{754E1219-253E-4FEF-A576-83857F44BA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6640285" cy="3535509"/>
          </a:xfrm>
          <a:gradFill flip="none" rotWithShape="1">
            <a:gsLst>
              <a:gs pos="0">
                <a:schemeClr val="bg2">
                  <a:alpha val="0"/>
                </a:schemeClr>
              </a:gs>
              <a:gs pos="50000">
                <a:schemeClr val="bg2">
                  <a:alpha val="70000"/>
                </a:schemeClr>
              </a:gs>
            </a:gsLst>
            <a:lin ang="10800000" scaled="1"/>
            <a:tileRect/>
          </a:gradFill>
        </p:spPr>
        <p:txBody>
          <a:bodyPr rtlCol="0" anchor="b" anchorCtr="0">
            <a:noAutofit/>
          </a:bodyPr>
          <a:lstStyle>
            <a:lvl1pPr marL="548640">
              <a:spcAft>
                <a:spcPts val="1200"/>
              </a:spcAft>
              <a:defRPr sz="6400"/>
            </a:lvl1pPr>
          </a:lstStyle>
          <a:p>
            <a:pPr rtl="0"/>
            <a:r>
              <a:rPr lang="pt-BR"/>
              <a:t>Clique para editar o título Mestre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293045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_Linha do tempo da Tabela do 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o 11">
            <a:extLst>
              <a:ext uri="{FF2B5EF4-FFF2-40B4-BE49-F238E27FC236}">
                <a16:creationId xmlns:a16="http://schemas.microsoft.com/office/drawing/2014/main" id="{3BDBC526-6DCD-4FF6-8395-D8C22E46E527}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orma livre: Forma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 rtl="0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/>
            </a:p>
          </p:txBody>
        </p:sp>
        <p:sp>
          <p:nvSpPr>
            <p:cNvPr id="16" name="Forma Livre: Forma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 rtl="0"/>
              <a:endParaRPr lang="pt-BR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1600" cy="1332000"/>
          </a:xfrm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pt-BR" dirty="0"/>
            </a:lvl1pPr>
          </a:lstStyle>
          <a:p>
            <a:pPr lvl="0" rtl="0">
              <a:lnSpc>
                <a:spcPct val="100000"/>
              </a:lnSpc>
            </a:pPr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2113199"/>
            <a:ext cx="11090274" cy="3979625"/>
          </a:xfrm>
        </p:spPr>
        <p:txBody>
          <a:bodyPr rtlCol="0">
            <a:noAutofit/>
          </a:bodyPr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pt-BR" dirty="0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Terça-feira, 2 de fevereiro, 20XX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Amostra de Texto de Rodapé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6071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it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7062BF5C-3876-4161-B4FF-14CA94D32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4" y="549275"/>
            <a:ext cx="3566160" cy="3384550"/>
          </a:xfrm>
        </p:spPr>
        <p:txBody>
          <a:bodyPr wrap="square" rtlCol="0" anchor="b" anchorCtr="0">
            <a:noAutofit/>
          </a:bodyPr>
          <a:lstStyle>
            <a:lvl1pPr>
              <a:defRPr sz="4000"/>
            </a:lvl1pPr>
          </a:lstStyle>
          <a:p>
            <a:pPr rtl="0"/>
            <a:r>
              <a:rPr lang="pt-BR"/>
              <a:t>Clique para editar o título Mestre</a:t>
            </a:r>
            <a:endParaRPr lang="pt-BR" dirty="0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B17C5C60-EC4D-410B-9997-0B73289605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822156" y="4143453"/>
            <a:ext cx="734257" cy="760506"/>
            <a:chOff x="5243759" y="1363788"/>
            <a:chExt cx="734257" cy="760506"/>
          </a:xfrm>
        </p:grpSpPr>
        <p:sp>
          <p:nvSpPr>
            <p:cNvPr id="9" name="Forma Livre 5">
              <a:extLst>
                <a:ext uri="{FF2B5EF4-FFF2-40B4-BE49-F238E27FC236}">
                  <a16:creationId xmlns:a16="http://schemas.microsoft.com/office/drawing/2014/main" id="{0573155C-3428-4F4F-AE66-A519D777EAAE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/>
            </a:p>
          </p:txBody>
        </p:sp>
        <p:sp>
          <p:nvSpPr>
            <p:cNvPr id="10" name="Forma Livre 6">
              <a:extLst>
                <a:ext uri="{FF2B5EF4-FFF2-40B4-BE49-F238E27FC236}">
                  <a16:creationId xmlns:a16="http://schemas.microsoft.com/office/drawing/2014/main" id="{1853496C-159E-4D47-94B5-0835FB6511BA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/>
            </a:p>
          </p:txBody>
        </p:sp>
        <p:sp>
          <p:nvSpPr>
            <p:cNvPr id="11" name="Forma Livre 8">
              <a:extLst>
                <a:ext uri="{FF2B5EF4-FFF2-40B4-BE49-F238E27FC236}">
                  <a16:creationId xmlns:a16="http://schemas.microsoft.com/office/drawing/2014/main" id="{CE93E330-715B-44E8-84D9-CE166D428DAB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/>
            </a:p>
          </p:txBody>
        </p:sp>
      </p:grpSp>
      <p:sp>
        <p:nvSpPr>
          <p:cNvPr id="12" name="Oval 11">
            <a:extLst>
              <a:ext uri="{FF2B5EF4-FFF2-40B4-BE49-F238E27FC236}">
                <a16:creationId xmlns:a16="http://schemas.microsoft.com/office/drawing/2014/main" id="{80A2FA6F-99B7-4984-A80C-570644889F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5668780" y="5059009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t-BR"/>
          </a:p>
        </p:txBody>
      </p:sp>
      <p:sp>
        <p:nvSpPr>
          <p:cNvPr id="17" name="Espaço Reservado para Conteúdo 16">
            <a:extLst>
              <a:ext uri="{FF2B5EF4-FFF2-40B4-BE49-F238E27FC236}">
                <a16:creationId xmlns:a16="http://schemas.microsoft.com/office/drawing/2014/main" id="{439C8C03-81B3-4DE8-B96A-78258E4467C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50863" y="4097338"/>
            <a:ext cx="3565524" cy="2351087"/>
          </a:xfrm>
        </p:spPr>
        <p:txBody>
          <a:bodyPr rtlCol="0">
            <a:noAutofit/>
          </a:bodyPr>
          <a:lstStyle>
            <a:lvl1pPr>
              <a:buNone/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15" name="Espaço Reservado para Imagem 14">
            <a:extLst>
              <a:ext uri="{FF2B5EF4-FFF2-40B4-BE49-F238E27FC236}">
                <a16:creationId xmlns:a16="http://schemas.microsoft.com/office/drawing/2014/main" id="{C1FBB56D-C8B1-4ED9-A5DB-72BA636DADF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35809" y="656633"/>
            <a:ext cx="5132388" cy="5132388"/>
          </a:xfrm>
          <a:custGeom>
            <a:avLst/>
            <a:gdLst>
              <a:gd name="connsiteX0" fmla="*/ 2566194 w 5132388"/>
              <a:gd name="connsiteY0" fmla="*/ 0 h 5132388"/>
              <a:gd name="connsiteX1" fmla="*/ 5132388 w 5132388"/>
              <a:gd name="connsiteY1" fmla="*/ 2566194 h 5132388"/>
              <a:gd name="connsiteX2" fmla="*/ 2566194 w 5132388"/>
              <a:gd name="connsiteY2" fmla="*/ 5132388 h 5132388"/>
              <a:gd name="connsiteX3" fmla="*/ 0 w 5132388"/>
              <a:gd name="connsiteY3" fmla="*/ 2566194 h 5132388"/>
              <a:gd name="connsiteX4" fmla="*/ 2566194 w 5132388"/>
              <a:gd name="connsiteY4" fmla="*/ 0 h 5132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32388" h="5132388">
                <a:moveTo>
                  <a:pt x="2566194" y="0"/>
                </a:moveTo>
                <a:cubicBezTo>
                  <a:pt x="3983464" y="0"/>
                  <a:pt x="5132388" y="1148924"/>
                  <a:pt x="5132388" y="2566194"/>
                </a:cubicBezTo>
                <a:cubicBezTo>
                  <a:pt x="5132388" y="3983464"/>
                  <a:pt x="3983464" y="5132388"/>
                  <a:pt x="2566194" y="5132388"/>
                </a:cubicBezTo>
                <a:cubicBezTo>
                  <a:pt x="1148924" y="5132388"/>
                  <a:pt x="0" y="3983464"/>
                  <a:pt x="0" y="2566194"/>
                </a:cubicBezTo>
                <a:cubicBezTo>
                  <a:pt x="0" y="1148924"/>
                  <a:pt x="1148924" y="0"/>
                  <a:pt x="2566194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 rtlCol="0">
            <a:noAutofit/>
          </a:bodyPr>
          <a:lstStyle/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Terça-feira, 2 de fevereiro, 20XX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Amostra de Texto de Rodapé</a:t>
            </a:r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3087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Equi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tângulo 15">
            <a:extLst>
              <a:ext uri="{FF2B5EF4-FFF2-40B4-BE49-F238E27FC236}">
                <a16:creationId xmlns:a16="http://schemas.microsoft.com/office/drawing/2014/main" id="{E38C6F9E-A74F-4F54-9409-B6B93DF8CE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773729"/>
            <a:ext cx="12192000" cy="1084271"/>
          </a:xfrm>
          <a:prstGeom prst="rect">
            <a:avLst/>
          </a:prstGeom>
          <a:gradFill flip="none" rotWithShape="1">
            <a:gsLst>
              <a:gs pos="100000">
                <a:schemeClr val="bg2">
                  <a:alpha val="60000"/>
                </a:schemeClr>
              </a:gs>
              <a:gs pos="40000">
                <a:schemeClr val="bg2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 rtl="0"/>
            <a:endParaRPr lang="pt-BR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6F0F71C5-78A4-4793-9BD4-3DF0EE3E3E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0288775" y="762609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t-BR"/>
          </a:p>
        </p:txBody>
      </p:sp>
      <p:sp>
        <p:nvSpPr>
          <p:cNvPr id="40" name="Título 5">
            <a:extLst>
              <a:ext uri="{FF2B5EF4-FFF2-40B4-BE49-F238E27FC236}">
                <a16:creationId xmlns:a16="http://schemas.microsoft.com/office/drawing/2014/main" id="{36F60F77-4CC9-4F86-B70A-85012C6588A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8640" y="548640"/>
            <a:ext cx="8281987" cy="1253041"/>
          </a:xfrm>
        </p:spPr>
        <p:txBody>
          <a:bodyPr rtlCol="0">
            <a:noAutofit/>
          </a:bodyPr>
          <a:lstStyle/>
          <a:p>
            <a:pPr rtl="0"/>
            <a:r>
              <a:rPr lang="pt-BR"/>
              <a:t>Equipe</a:t>
            </a:r>
          </a:p>
        </p:txBody>
      </p:sp>
      <p:grpSp>
        <p:nvGrpSpPr>
          <p:cNvPr id="51" name="Grupo 50">
            <a:extLst>
              <a:ext uri="{FF2B5EF4-FFF2-40B4-BE49-F238E27FC236}">
                <a16:creationId xmlns:a16="http://schemas.microsoft.com/office/drawing/2014/main" id="{E6093F87-C1F6-4FAB-B891-6F7D7FC20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800565" y="4518946"/>
            <a:ext cx="1980001" cy="1363916"/>
            <a:chOff x="4879602" y="3781429"/>
            <a:chExt cx="1980001" cy="1363916"/>
          </a:xfrm>
        </p:grpSpPr>
        <p:sp>
          <p:nvSpPr>
            <p:cNvPr id="52" name="Forma livre: Forma 51">
              <a:extLst>
                <a:ext uri="{FF2B5EF4-FFF2-40B4-BE49-F238E27FC236}">
                  <a16:creationId xmlns:a16="http://schemas.microsoft.com/office/drawing/2014/main" id="{E1A4FD5C-1E5B-46D1-BA9D-99928D19AF04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 rtl="0"/>
              <a:endParaRPr lang="pt-BR"/>
            </a:p>
          </p:txBody>
        </p:sp>
        <p:sp>
          <p:nvSpPr>
            <p:cNvPr id="53" name="Forma Livre: Forma 52">
              <a:extLst>
                <a:ext uri="{FF2B5EF4-FFF2-40B4-BE49-F238E27FC236}">
                  <a16:creationId xmlns:a16="http://schemas.microsoft.com/office/drawing/2014/main" id="{B7DF0ED5-A971-408F-A055-C7E5D7A623C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 rtl="0"/>
              <a:endParaRPr lang="pt-BR">
                <a:solidFill>
                  <a:schemeClr val="tx1"/>
                </a:solidFill>
              </a:endParaRPr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AA81F353-4C5B-4A37-9846-2C1E2D0FC25F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42B74EA3-11CE-4D3F-99AD-162563447653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/>
            </a:p>
          </p:txBody>
        </p:sp>
      </p:grpSp>
      <p:sp>
        <p:nvSpPr>
          <p:cNvPr id="56" name="Espaço Reservado para Imagem 55">
            <a:extLst>
              <a:ext uri="{FF2B5EF4-FFF2-40B4-BE49-F238E27FC236}">
                <a16:creationId xmlns:a16="http://schemas.microsoft.com/office/drawing/2014/main" id="{8F41896B-6DDA-4F82-9F74-3EBF93A3CD5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78992" y="1990724"/>
            <a:ext cx="1691640" cy="1435608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57" name="Espaço Reservado para Imagem 55">
            <a:extLst>
              <a:ext uri="{FF2B5EF4-FFF2-40B4-BE49-F238E27FC236}">
                <a16:creationId xmlns:a16="http://schemas.microsoft.com/office/drawing/2014/main" id="{EF85499B-C29A-4C8B-922C-7CE4771E352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838384" y="1990724"/>
            <a:ext cx="1691640" cy="1435608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58" name="Espaço Reservado para Imagem 55">
            <a:extLst>
              <a:ext uri="{FF2B5EF4-FFF2-40B4-BE49-F238E27FC236}">
                <a16:creationId xmlns:a16="http://schemas.microsoft.com/office/drawing/2014/main" id="{F82A1DB8-0AE7-4E17-B07B-FCF45B85EE1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661976" y="1993392"/>
            <a:ext cx="1691640" cy="1435608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pt-BR"/>
              <a:t>Clique no ícone para adicionar uma imagem</a:t>
            </a:r>
            <a:endParaRPr lang="pt-BR" dirty="0"/>
          </a:p>
        </p:txBody>
      </p:sp>
      <p:sp>
        <p:nvSpPr>
          <p:cNvPr id="59" name="Espaço Reservado para Imagem 55">
            <a:extLst>
              <a:ext uri="{FF2B5EF4-FFF2-40B4-BE49-F238E27FC236}">
                <a16:creationId xmlns:a16="http://schemas.microsoft.com/office/drawing/2014/main" id="{A83EEB6C-83B7-471D-B5A4-4071534048D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485568" y="1990724"/>
            <a:ext cx="1691640" cy="1435608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63" name="Espaço Reservado para Texto 62">
            <a:extLst>
              <a:ext uri="{FF2B5EF4-FFF2-40B4-BE49-F238E27FC236}">
                <a16:creationId xmlns:a16="http://schemas.microsoft.com/office/drawing/2014/main" id="{17A96A8C-F792-485A-9BB9-4DEDCA0CE6B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79500" y="3781425"/>
            <a:ext cx="1711325" cy="365760"/>
          </a:xfrm>
        </p:spPr>
        <p:txBody>
          <a:bodyPr rtlCol="0">
            <a:noAutofit/>
          </a:bodyPr>
          <a:lstStyle>
            <a:lvl1pPr>
              <a:buNone/>
              <a:defRPr sz="2000" b="1"/>
            </a:lvl1pPr>
          </a:lstStyle>
          <a:p>
            <a:pPr lvl="0" rtl="0"/>
            <a:r>
              <a:rPr lang="pt-BR"/>
              <a:t>Nome</a:t>
            </a:r>
          </a:p>
        </p:txBody>
      </p:sp>
      <p:sp>
        <p:nvSpPr>
          <p:cNvPr id="61" name="Espaço Reservado para Texto 60">
            <a:extLst>
              <a:ext uri="{FF2B5EF4-FFF2-40B4-BE49-F238E27FC236}">
                <a16:creationId xmlns:a16="http://schemas.microsoft.com/office/drawing/2014/main" id="{6C65AE07-519E-4E3B-8521-621C8343914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78733" y="4232949"/>
            <a:ext cx="1711572" cy="638175"/>
          </a:xfrm>
        </p:spPr>
        <p:txBody>
          <a:bodyPr rtlCol="0">
            <a:noAutofit/>
          </a:bodyPr>
          <a:lstStyle>
            <a:lvl1pPr>
              <a:buNone/>
              <a:defRPr sz="1800"/>
            </a:lvl1pPr>
          </a:lstStyle>
          <a:p>
            <a:pPr lvl="0" rtl="0"/>
            <a:r>
              <a:rPr lang="pt-BR"/>
              <a:t>Título</a:t>
            </a:r>
          </a:p>
        </p:txBody>
      </p:sp>
      <p:sp>
        <p:nvSpPr>
          <p:cNvPr id="65" name="Espaço Reservado para Texto 62">
            <a:extLst>
              <a:ext uri="{FF2B5EF4-FFF2-40B4-BE49-F238E27FC236}">
                <a16:creationId xmlns:a16="http://schemas.microsoft.com/office/drawing/2014/main" id="{FB878318-C287-428B-8105-429BC4B03F5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839151" y="3781425"/>
            <a:ext cx="1711325" cy="365760"/>
          </a:xfrm>
        </p:spPr>
        <p:txBody>
          <a:bodyPr rtlCol="0">
            <a:noAutofit/>
          </a:bodyPr>
          <a:lstStyle>
            <a:lvl1pPr>
              <a:buNone/>
              <a:defRPr sz="2000" b="1"/>
            </a:lvl1pPr>
          </a:lstStyle>
          <a:p>
            <a:pPr lvl="0" rtl="0"/>
            <a:r>
              <a:rPr lang="pt-BR"/>
              <a:t>Nome</a:t>
            </a:r>
          </a:p>
        </p:txBody>
      </p:sp>
      <p:sp>
        <p:nvSpPr>
          <p:cNvPr id="64" name="Espaço Reservado para Texto 60">
            <a:extLst>
              <a:ext uri="{FF2B5EF4-FFF2-40B4-BE49-F238E27FC236}">
                <a16:creationId xmlns:a16="http://schemas.microsoft.com/office/drawing/2014/main" id="{1465E516-2CEF-4F9E-9375-7D41DCFCBB4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38384" y="4232949"/>
            <a:ext cx="1711572" cy="638175"/>
          </a:xfrm>
        </p:spPr>
        <p:txBody>
          <a:bodyPr rtlCol="0">
            <a:noAutofit/>
          </a:bodyPr>
          <a:lstStyle>
            <a:lvl1pPr>
              <a:buNone/>
              <a:defRPr sz="1800"/>
            </a:lvl1pPr>
          </a:lstStyle>
          <a:p>
            <a:pPr lvl="0" rtl="0"/>
            <a:r>
              <a:rPr lang="pt-BR"/>
              <a:t>Título</a:t>
            </a:r>
          </a:p>
        </p:txBody>
      </p:sp>
      <p:sp>
        <p:nvSpPr>
          <p:cNvPr id="67" name="Espaço Reservado para Texto 62">
            <a:extLst>
              <a:ext uri="{FF2B5EF4-FFF2-40B4-BE49-F238E27FC236}">
                <a16:creationId xmlns:a16="http://schemas.microsoft.com/office/drawing/2014/main" id="{FE012CE3-36AA-4016-A88E-27BCFFEFD69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662743" y="3781425"/>
            <a:ext cx="1711325" cy="365760"/>
          </a:xfrm>
        </p:spPr>
        <p:txBody>
          <a:bodyPr rtlCol="0">
            <a:noAutofit/>
          </a:bodyPr>
          <a:lstStyle>
            <a:lvl1pPr>
              <a:buNone/>
              <a:defRPr sz="2000" b="1"/>
            </a:lvl1pPr>
          </a:lstStyle>
          <a:p>
            <a:pPr lvl="0" rtl="0"/>
            <a:r>
              <a:rPr lang="pt-BR"/>
              <a:t>Nome</a:t>
            </a:r>
          </a:p>
        </p:txBody>
      </p:sp>
      <p:sp>
        <p:nvSpPr>
          <p:cNvPr id="66" name="Espaço Reservado para Texto 60">
            <a:extLst>
              <a:ext uri="{FF2B5EF4-FFF2-40B4-BE49-F238E27FC236}">
                <a16:creationId xmlns:a16="http://schemas.microsoft.com/office/drawing/2014/main" id="{8D5671AF-0137-4226-8A84-2784817E519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61976" y="4232949"/>
            <a:ext cx="1711572" cy="638175"/>
          </a:xfrm>
        </p:spPr>
        <p:txBody>
          <a:bodyPr rtlCol="0">
            <a:noAutofit/>
          </a:bodyPr>
          <a:lstStyle>
            <a:lvl1pPr>
              <a:buNone/>
              <a:defRPr sz="1800"/>
            </a:lvl1pPr>
          </a:lstStyle>
          <a:p>
            <a:pPr lvl="0" rtl="0"/>
            <a:r>
              <a:rPr lang="pt-BR"/>
              <a:t>Título</a:t>
            </a:r>
          </a:p>
        </p:txBody>
      </p:sp>
      <p:sp>
        <p:nvSpPr>
          <p:cNvPr id="69" name="Espaço Reservado para Texto 62">
            <a:extLst>
              <a:ext uri="{FF2B5EF4-FFF2-40B4-BE49-F238E27FC236}">
                <a16:creationId xmlns:a16="http://schemas.microsoft.com/office/drawing/2014/main" id="{DA1587F0-23BF-4FB8-B06C-2B0AA928E93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433112" y="3787288"/>
            <a:ext cx="1711325" cy="365760"/>
          </a:xfrm>
        </p:spPr>
        <p:txBody>
          <a:bodyPr rtlCol="0">
            <a:noAutofit/>
          </a:bodyPr>
          <a:lstStyle>
            <a:lvl1pPr>
              <a:buNone/>
              <a:defRPr sz="2000" b="1"/>
            </a:lvl1pPr>
          </a:lstStyle>
          <a:p>
            <a:pPr lvl="0" rtl="0"/>
            <a:r>
              <a:rPr lang="pt-BR"/>
              <a:t>Nome</a:t>
            </a:r>
          </a:p>
        </p:txBody>
      </p:sp>
      <p:sp>
        <p:nvSpPr>
          <p:cNvPr id="68" name="Espaço Reservado para Texto 60">
            <a:extLst>
              <a:ext uri="{FF2B5EF4-FFF2-40B4-BE49-F238E27FC236}">
                <a16:creationId xmlns:a16="http://schemas.microsoft.com/office/drawing/2014/main" id="{565C0B22-B5E7-44BB-A17C-7FB5BB5D82B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432345" y="4238812"/>
            <a:ext cx="1711572" cy="638175"/>
          </a:xfrm>
        </p:spPr>
        <p:txBody>
          <a:bodyPr rtlCol="0">
            <a:noAutofit/>
          </a:bodyPr>
          <a:lstStyle>
            <a:lvl1pPr>
              <a:buNone/>
              <a:defRPr sz="1800"/>
            </a:lvl1pPr>
          </a:lstStyle>
          <a:p>
            <a:pPr lvl="0" rtl="0"/>
            <a:r>
              <a:rPr lang="pt-BR"/>
              <a:t>Título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661572-1A59-4E3B-BA65-3329E9468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Terça-feira, 2 de fevereiro, 20XX</a:t>
            </a:r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FEF84F1-99FE-4F0B-9E76-F581C2C1B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Amostra de Texto de Rodapé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97B2D769-16B1-43C4-BF14-317553351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5776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0_Conteúdo da coluna 2 (slide de comparaçã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FD65A50E-2F73-4426-8586-9731AFA2D2E0}"/>
              </a:ext>
            </a:extLst>
          </p:cNvPr>
          <p:cNvSpPr>
            <a:spLocks noChangeAspect="1"/>
          </p:cNvSpPr>
          <p:nvPr/>
        </p:nvSpPr>
        <p:spPr>
          <a:xfrm>
            <a:off x="11091612" y="5893466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EB89C080-4102-49AE-BDA9-59A4A67E2486}"/>
              </a:ext>
            </a:extLst>
          </p:cNvPr>
          <p:cNvSpPr/>
          <p:nvPr/>
        </p:nvSpPr>
        <p:spPr>
          <a:xfrm>
            <a:off x="11451612" y="5827878"/>
            <a:ext cx="379049" cy="360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 rtl="0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DE62014-F04C-495A-964E-6B888D49C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7551" cy="1332000"/>
          </a:xfrm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pt-BR" sz="4800" dirty="0"/>
            </a:lvl1pPr>
          </a:lstStyle>
          <a:p>
            <a:pPr lvl="0" rtl="0">
              <a:lnSpc>
                <a:spcPct val="100000"/>
              </a:lnSpc>
            </a:pPr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55DF027-E633-44EE-ACA0-C205930AA9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4" y="1731375"/>
            <a:ext cx="5437186" cy="535354"/>
          </a:xfrm>
        </p:spPr>
        <p:txBody>
          <a:bodyPr rtlCol="0" anchor="b">
            <a:noAutofit/>
          </a:bodyPr>
          <a:lstStyle>
            <a:lvl1pPr marL="0" indent="0">
              <a:buNone/>
              <a:defRPr sz="14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BA4F363-FEEF-4CD2-A18E-17AE8D4851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0863" y="2427370"/>
            <a:ext cx="5429114" cy="3515555"/>
          </a:xfrm>
        </p:spPr>
        <p:txBody>
          <a:bodyPr rtlCol="0">
            <a:noAutofit/>
          </a:bodyPr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4E50F8C-4D64-40FD-AE8C-6A1F3C2A84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2024" y="1731375"/>
            <a:ext cx="5436392" cy="535354"/>
          </a:xfrm>
        </p:spPr>
        <p:txBody>
          <a:bodyPr vert="horz" wrap="square" lIns="0" tIns="0" rIns="0" bIns="0" rtlCol="0" anchor="b">
            <a:noAutofit/>
          </a:bodyPr>
          <a:lstStyle>
            <a:lvl1pPr>
              <a:buNone/>
              <a:defRPr lang="pt-BR" sz="1400" b="0" cap="all" spc="200" baseline="0" dirty="0">
                <a:solidFill>
                  <a:schemeClr val="tx1"/>
                </a:solidFill>
              </a:defRPr>
            </a:lvl1pPr>
          </a:lstStyle>
          <a:p>
            <a:pPr marL="228600" lvl="0" indent="-228600" rt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7AC943E-DB2B-40E0-907F-8EA1404791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2023" y="2427370"/>
            <a:ext cx="5436391" cy="3515555"/>
          </a:xfrm>
        </p:spPr>
        <p:txBody>
          <a:bodyPr rtlCol="0">
            <a:noAutofit/>
          </a:bodyPr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DCDCD5B-3F26-4AFA-8BD4-E5D8DD2AF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Terça-feira, 2 de fevereiro, 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D10D1EE-83A0-4FB5-9B25-8A73DE891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Amostra de Texto de Rodapé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03031C35-2E5B-491D-85ED-DB42A4FE1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70392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oluna do conteúd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upo 33">
            <a:extLst>
              <a:ext uri="{FF2B5EF4-FFF2-40B4-BE49-F238E27FC236}">
                <a16:creationId xmlns:a16="http://schemas.microsoft.com/office/drawing/2014/main" id="{79DE9FAB-6BBA-4CFE-B67D-77B47F01E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37931" y="5260967"/>
            <a:ext cx="1980001" cy="1363916"/>
            <a:chOff x="4879602" y="3781429"/>
            <a:chExt cx="1980001" cy="1363916"/>
          </a:xfrm>
        </p:grpSpPr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 rtl="0"/>
              <a:endParaRPr lang="pt-BR" dirty="0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 rtl="0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/>
            </a:p>
          </p:txBody>
        </p:sp>
      </p:grpSp>
      <p:sp>
        <p:nvSpPr>
          <p:cNvPr id="19" name="Forma Livre: Forma 18">
            <a:extLst>
              <a:ext uri="{FF2B5EF4-FFF2-40B4-BE49-F238E27FC236}">
                <a16:creationId xmlns:a16="http://schemas.microsoft.com/office/drawing/2014/main" id="{82184FF4-7029-4ED7-813A-192E606087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 rot="2700000">
            <a:off x="10834944" y="171268"/>
            <a:ext cx="1080000" cy="1262947"/>
          </a:xfrm>
          <a:custGeom>
            <a:avLst/>
            <a:gdLst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0 w 1080000"/>
              <a:gd name="connsiteY9" fmla="*/ 931034 h 1262947"/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540000 w 1080000"/>
              <a:gd name="connsiteY9" fmla="*/ 0 h 1262947"/>
              <a:gd name="connsiteX0" fmla="*/ 540000 w 1080000"/>
              <a:gd name="connsiteY0" fmla="*/ 0 h 1262947"/>
              <a:gd name="connsiteX1" fmla="*/ 1064374 w 1080000"/>
              <a:gd name="connsiteY1" fmla="*/ 931034 h 1262947"/>
              <a:gd name="connsiteX2" fmla="*/ 1069029 w 1080000"/>
              <a:gd name="connsiteY2" fmla="*/ 938533 h 1262947"/>
              <a:gd name="connsiteX3" fmla="*/ 1080000 w 1080000"/>
              <a:gd name="connsiteY3" fmla="*/ 992947 h 1262947"/>
              <a:gd name="connsiteX4" fmla="*/ 540000 w 1080000"/>
              <a:gd name="connsiteY4" fmla="*/ 1262947 h 1262947"/>
              <a:gd name="connsiteX5" fmla="*/ 0 w 1080000"/>
              <a:gd name="connsiteY5" fmla="*/ 992947 h 1262947"/>
              <a:gd name="connsiteX6" fmla="*/ 10971 w 1080000"/>
              <a:gd name="connsiteY6" fmla="*/ 938533 h 1262947"/>
              <a:gd name="connsiteX7" fmla="*/ 15626 w 1080000"/>
              <a:gd name="connsiteY7" fmla="*/ 931034 h 1262947"/>
              <a:gd name="connsiteX8" fmla="*/ 540000 w 1080000"/>
              <a:gd name="connsiteY8" fmla="*/ 0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t-BR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AA7AB09-557C-41AD-9113-FF9F68FA1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8100000">
            <a:off x="10849344" y="51834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t-BR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F99ECAA-1F11-4937-BBA6-51935AB44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t-BR"/>
          </a:p>
        </p:txBody>
      </p:sp>
      <p:sp>
        <p:nvSpPr>
          <p:cNvPr id="15" name="Título 1">
            <a:extLst>
              <a:ext uri="{FF2B5EF4-FFF2-40B4-BE49-F238E27FC236}">
                <a16:creationId xmlns:a16="http://schemas.microsoft.com/office/drawing/2014/main" id="{EBCCE83C-72C8-4181-8D03-7CFB23A6F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7551" cy="1332000"/>
          </a:xfrm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pt-BR" sz="4800" dirty="0"/>
            </a:lvl1pPr>
          </a:lstStyle>
          <a:p>
            <a:pPr lvl="0" rtl="0">
              <a:lnSpc>
                <a:spcPct val="100000"/>
              </a:lnSpc>
            </a:pPr>
            <a:r>
              <a:rPr lang="pt-BR"/>
              <a:t>Clique para editar o título Mestre</a:t>
            </a:r>
          </a:p>
        </p:txBody>
      </p:sp>
      <p:sp>
        <p:nvSpPr>
          <p:cNvPr id="16" name="Espaço Reservado para Texto 2">
            <a:extLst>
              <a:ext uri="{FF2B5EF4-FFF2-40B4-BE49-F238E27FC236}">
                <a16:creationId xmlns:a16="http://schemas.microsoft.com/office/drawing/2014/main" id="{C6FCDFCC-38D1-43A4-918F-491DBA6B2C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4" y="1731375"/>
            <a:ext cx="3563936" cy="535354"/>
          </a:xfrm>
        </p:spPr>
        <p:txBody>
          <a:bodyPr rtlCol="0" anchor="b">
            <a:noAutofit/>
          </a:bodyPr>
          <a:lstStyle>
            <a:lvl1pPr marL="0" indent="0">
              <a:buNone/>
              <a:defRPr sz="20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17" name="Espaço Reservado para Conteúdo 3">
            <a:extLst>
              <a:ext uri="{FF2B5EF4-FFF2-40B4-BE49-F238E27FC236}">
                <a16:creationId xmlns:a16="http://schemas.microsoft.com/office/drawing/2014/main" id="{8A9CB740-8581-4D62-8481-7ECBBEDA72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9476" y="2432304"/>
            <a:ext cx="3563936" cy="3515555"/>
          </a:xfrm>
        </p:spPr>
        <p:txBody>
          <a:bodyPr rtlCol="0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22" name="Espaço Reservado para Texto 4">
            <a:extLst>
              <a:ext uri="{FF2B5EF4-FFF2-40B4-BE49-F238E27FC236}">
                <a16:creationId xmlns:a16="http://schemas.microsoft.com/office/drawing/2014/main" id="{AB16E493-D962-46EC-BBB8-D7E68A6404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41573" y="1731375"/>
            <a:ext cx="3566160" cy="535354"/>
          </a:xfrm>
        </p:spPr>
        <p:txBody>
          <a:bodyPr vert="horz" wrap="square" lIns="0" tIns="0" rIns="0" bIns="0" rtlCol="0" anchor="b">
            <a:noAutofit/>
          </a:bodyPr>
          <a:lstStyle>
            <a:lvl1pPr>
              <a:buNone/>
              <a:defRPr lang="pt-BR" sz="2000" b="0" cap="all" spc="200" baseline="0" dirty="0">
                <a:solidFill>
                  <a:schemeClr val="tx1"/>
                </a:solidFill>
              </a:defRPr>
            </a:lvl1pPr>
          </a:lstStyle>
          <a:p>
            <a:pPr marL="228600" lvl="0" indent="-228600" rtl="0"/>
            <a:r>
              <a:rPr lang="pt-BR"/>
              <a:t>Clique para editar os estilos de texto Mestres</a:t>
            </a:r>
          </a:p>
        </p:txBody>
      </p:sp>
      <p:sp>
        <p:nvSpPr>
          <p:cNvPr id="23" name="Espaço Reservado para Conteúdo 5">
            <a:extLst>
              <a:ext uri="{FF2B5EF4-FFF2-40B4-BE49-F238E27FC236}">
                <a16:creationId xmlns:a16="http://schemas.microsoft.com/office/drawing/2014/main" id="{88CC7C67-1BA6-42A6-B9D3-8EDF70A3DB3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41573" y="2427370"/>
            <a:ext cx="3508755" cy="3515555"/>
          </a:xfrm>
        </p:spPr>
        <p:txBody>
          <a:bodyPr rtlCol="0">
            <a:noAutofit/>
          </a:bodyPr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8" name="Espaço Reservado para Texto 4">
            <a:extLst>
              <a:ext uri="{FF2B5EF4-FFF2-40B4-BE49-F238E27FC236}">
                <a16:creationId xmlns:a16="http://schemas.microsoft.com/office/drawing/2014/main" id="{C17092A6-D0E6-4EF2-B3B8-AE35438D4D77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8139659" y="1731375"/>
            <a:ext cx="3566160" cy="535354"/>
          </a:xfrm>
        </p:spPr>
        <p:txBody>
          <a:bodyPr vert="horz" wrap="square" lIns="0" tIns="0" rIns="0" bIns="0" rtlCol="0" anchor="b">
            <a:noAutofit/>
          </a:bodyPr>
          <a:lstStyle>
            <a:lvl1pPr>
              <a:buNone/>
              <a:defRPr lang="pt-BR" sz="2000" b="0" cap="all" spc="200" baseline="0" dirty="0">
                <a:solidFill>
                  <a:schemeClr val="tx1"/>
                </a:solidFill>
              </a:defRPr>
            </a:lvl1pPr>
          </a:lstStyle>
          <a:p>
            <a:pPr marL="228600" lvl="0" indent="-228600" rtl="0"/>
            <a:r>
              <a:rPr lang="pt-BR"/>
              <a:t>Clique para EDITAR</a:t>
            </a:r>
          </a:p>
        </p:txBody>
      </p:sp>
      <p:sp>
        <p:nvSpPr>
          <p:cNvPr id="21" name="Espaço Reservado para Conteúdo 5">
            <a:extLst>
              <a:ext uri="{FF2B5EF4-FFF2-40B4-BE49-F238E27FC236}">
                <a16:creationId xmlns:a16="http://schemas.microsoft.com/office/drawing/2014/main" id="{4534254A-2561-400F-87CB-18A8D35381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139659" y="2427370"/>
            <a:ext cx="3508755" cy="3515555"/>
          </a:xfrm>
        </p:spPr>
        <p:txBody>
          <a:bodyPr rtlCol="0">
            <a:noAutofit/>
          </a:bodyPr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B1BC074-1090-47AF-BDE8-3859BF574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Terça-feira, 2 de fevereiro, 20XX</a:t>
            </a:r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1D6522F-D41A-4734-8BD1-BD6E5A37D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Amostra de Texto de Rodapé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D74D4206-406C-42A3-BBD4-44C043180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52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Resu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E949202B-67AE-417A-A336-DF5257FFD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508500"/>
            <a:ext cx="4500562" cy="1562959"/>
          </a:xfrm>
        </p:spPr>
        <p:txBody>
          <a:bodyPr wrap="square" rtlCol="0" anchor="t" anchorCtr="0">
            <a:noAutofit/>
          </a:bodyPr>
          <a:lstStyle/>
          <a:p>
            <a:pPr rtl="0"/>
            <a:r>
              <a:rPr lang="pt-BR"/>
              <a:t>Clique para editar o título Mestre</a:t>
            </a:r>
          </a:p>
        </p:txBody>
      </p:sp>
      <p:sp>
        <p:nvSpPr>
          <p:cNvPr id="10" name="Espaço Reservado para Imagem 9">
            <a:extLst>
              <a:ext uri="{FF2B5EF4-FFF2-40B4-BE49-F238E27FC236}">
                <a16:creationId xmlns:a16="http://schemas.microsoft.com/office/drawing/2014/main" id="{1786D546-2834-435F-950F-DCEFE654B3B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3776472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3BD763BD-EAC5-4DB8-81AF-9743BB6A957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262411" y="4508500"/>
            <a:ext cx="6221412" cy="1563688"/>
          </a:xfrm>
        </p:spPr>
        <p:txBody>
          <a:bodyPr rtlCol="0">
            <a:noAutofit/>
          </a:bodyPr>
          <a:lstStyle>
            <a:lvl1pPr marL="0" indent="0">
              <a:buNone/>
              <a:defRPr sz="2000"/>
            </a:lvl1pPr>
            <a:lvl2pPr>
              <a:buNone/>
              <a:defRPr sz="1900"/>
            </a:lvl2pPr>
            <a:lvl3pPr>
              <a:buNone/>
              <a:defRPr sz="1900"/>
            </a:lvl3pPr>
            <a:lvl4pPr>
              <a:buNone/>
              <a:defRPr sz="1900"/>
            </a:lvl4pPr>
            <a:lvl5pPr>
              <a:buNone/>
              <a:defRPr sz="1900"/>
            </a:lvl5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Terça-feira, 2 de fevereiro, 20XX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Amostra de Texto de Rodapé</a:t>
            </a:r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46AF837-10C6-44A5-B8D6-960A57487B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225773" y="385222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54770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Fechame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ítulo 1">
            <a:extLst>
              <a:ext uri="{FF2B5EF4-FFF2-40B4-BE49-F238E27FC236}">
                <a16:creationId xmlns:a16="http://schemas.microsoft.com/office/drawing/2014/main" id="{97246E34-E6EE-4BF3-A0D3-A20868B5A5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3" y="549275"/>
            <a:ext cx="5437187" cy="2986234"/>
          </a:xfrm>
        </p:spPr>
        <p:txBody>
          <a:bodyPr rtlCol="0" anchor="b" anchorCtr="0">
            <a:noAutofit/>
          </a:bodyPr>
          <a:lstStyle/>
          <a:p>
            <a:pPr rtl="0"/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31" name="Subtítulo 2">
            <a:extLst>
              <a:ext uri="{FF2B5EF4-FFF2-40B4-BE49-F238E27FC236}">
                <a16:creationId xmlns:a16="http://schemas.microsoft.com/office/drawing/2014/main" id="{45BE5FFB-47D1-4474-B6CA-C3C936DF28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863" y="3827610"/>
            <a:ext cx="5437187" cy="2265216"/>
          </a:xfrm>
        </p:spPr>
        <p:txBody>
          <a:bodyPr rtlCol="0">
            <a:noAutofit/>
          </a:bodyPr>
          <a:lstStyle>
            <a:lvl1pPr>
              <a:buNone/>
              <a:defRPr sz="2400"/>
            </a:lvl1pPr>
          </a:lstStyle>
          <a:p>
            <a:pPr rtl="0"/>
            <a:r>
              <a:rPr lang="pt-BR">
                <a:solidFill>
                  <a:schemeClr val="tx1">
                    <a:alpha val="60000"/>
                  </a:schemeClr>
                </a:solidFill>
              </a:rPr>
              <a:t>Clique para editar o estilo do subtítulo Mestre</a:t>
            </a:r>
            <a:endParaRPr lang="pt-BR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40" name="Espaço Reservado para Imagem 39">
            <a:extLst>
              <a:ext uri="{FF2B5EF4-FFF2-40B4-BE49-F238E27FC236}">
                <a16:creationId xmlns:a16="http://schemas.microsoft.com/office/drawing/2014/main" id="{008D9209-1A62-4AC3-BF92-94348A9BC06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556248" y="548640"/>
            <a:ext cx="5084064" cy="2880360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pt-BR"/>
              <a:t>Clique no ícone para adicionar uma imagem</a:t>
            </a:r>
            <a:endParaRPr lang="pt-BR" dirty="0"/>
          </a:p>
        </p:txBody>
      </p:sp>
      <p:sp>
        <p:nvSpPr>
          <p:cNvPr id="42" name="Espaço Reservado para Imagem 41">
            <a:extLst>
              <a:ext uri="{FF2B5EF4-FFF2-40B4-BE49-F238E27FC236}">
                <a16:creationId xmlns:a16="http://schemas.microsoft.com/office/drawing/2014/main" id="{FADBFB6B-1787-4549-91B6-D748C66B13C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556248" y="3429000"/>
            <a:ext cx="5084064" cy="2880360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pt-BR"/>
              <a:t>Clique no ícone para adicionar uma imagem</a:t>
            </a:r>
          </a:p>
        </p:txBody>
      </p:sp>
      <p:grpSp>
        <p:nvGrpSpPr>
          <p:cNvPr id="43" name="Grupo 42">
            <a:extLst>
              <a:ext uri="{FF2B5EF4-FFF2-40B4-BE49-F238E27FC236}">
                <a16:creationId xmlns:a16="http://schemas.microsoft.com/office/drawing/2014/main" id="{06966E3E-9B30-4375-AC9A-23256CC87D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161347" y="125399"/>
            <a:ext cx="1404698" cy="1155641"/>
            <a:chOff x="11161347" y="125399"/>
            <a:chExt cx="1404698" cy="1155641"/>
          </a:xfrm>
        </p:grpSpPr>
        <p:sp>
          <p:nvSpPr>
            <p:cNvPr id="44" name="Forma livre: Forma 43">
              <a:extLst>
                <a:ext uri="{FF2B5EF4-FFF2-40B4-BE49-F238E27FC236}">
                  <a16:creationId xmlns:a16="http://schemas.microsoft.com/office/drawing/2014/main" id="{4EBBC5A2-A37E-47DF-9230-9A75067F1883}"/>
                </a:ext>
              </a:extLst>
            </p:cNvPr>
            <p:cNvSpPr>
              <a:spLocks noChangeAspect="1"/>
            </p:cNvSpPr>
            <p:nvPr/>
          </p:nvSpPr>
          <p:spPr>
            <a:xfrm rot="18900000">
              <a:off x="11161347" y="125399"/>
              <a:ext cx="1341675" cy="926985"/>
            </a:xfrm>
            <a:custGeom>
              <a:avLst/>
              <a:gdLst>
                <a:gd name="connsiteX0" fmla="*/ 1049126 w 1341675"/>
                <a:gd name="connsiteY0" fmla="*/ 8962 h 926985"/>
                <a:gd name="connsiteX1" fmla="*/ 1341675 w 1341675"/>
                <a:gd name="connsiteY1" fmla="*/ 301511 h 926985"/>
                <a:gd name="connsiteX2" fmla="*/ 1130649 w 1341675"/>
                <a:gd name="connsiteY2" fmla="*/ 512537 h 926985"/>
                <a:gd name="connsiteX3" fmla="*/ 1107397 w 1341675"/>
                <a:gd name="connsiteY3" fmla="*/ 499917 h 926985"/>
                <a:gd name="connsiteX4" fmla="*/ 926985 w 1341675"/>
                <a:gd name="connsiteY4" fmla="*/ 463493 h 926985"/>
                <a:gd name="connsiteX5" fmla="*/ 463493 w 1341675"/>
                <a:gd name="connsiteY5" fmla="*/ 926985 h 926985"/>
                <a:gd name="connsiteX6" fmla="*/ 0 w 1341675"/>
                <a:gd name="connsiteY6" fmla="*/ 926985 h 926985"/>
                <a:gd name="connsiteX7" fmla="*/ 926985 w 1341675"/>
                <a:gd name="connsiteY7" fmla="*/ 0 h 926985"/>
                <a:gd name="connsiteX8" fmla="*/ 1021763 w 1341675"/>
                <a:gd name="connsiteY8" fmla="*/ 4786 h 926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41675" h="926985">
                  <a:moveTo>
                    <a:pt x="1049126" y="8962"/>
                  </a:moveTo>
                  <a:lnTo>
                    <a:pt x="1341675" y="301511"/>
                  </a:lnTo>
                  <a:lnTo>
                    <a:pt x="1130649" y="512537"/>
                  </a:lnTo>
                  <a:lnTo>
                    <a:pt x="1107397" y="499917"/>
                  </a:lnTo>
                  <a:cubicBezTo>
                    <a:pt x="1051945" y="476462"/>
                    <a:pt x="990979" y="463493"/>
                    <a:pt x="926985" y="463493"/>
                  </a:cubicBezTo>
                  <a:cubicBezTo>
                    <a:pt x="671005" y="463493"/>
                    <a:pt x="463493" y="671005"/>
                    <a:pt x="463493" y="926985"/>
                  </a:cubicBezTo>
                  <a:lnTo>
                    <a:pt x="0" y="926985"/>
                  </a:lnTo>
                  <a:cubicBezTo>
                    <a:pt x="0" y="415026"/>
                    <a:pt x="415025" y="0"/>
                    <a:pt x="926985" y="0"/>
                  </a:cubicBezTo>
                  <a:cubicBezTo>
                    <a:pt x="958982" y="0"/>
                    <a:pt x="990601" y="1621"/>
                    <a:pt x="1021763" y="4786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54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pt-BR">
                <a:solidFill>
                  <a:schemeClr val="tx1"/>
                </a:solidFill>
              </a:endParaRPr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11781B9A-C230-4FFC-90A8-E0571B1DEDA7}"/>
                </a:ext>
              </a:extLst>
            </p:cNvPr>
            <p:cNvSpPr/>
            <p:nvPr/>
          </p:nvSpPr>
          <p:spPr>
            <a:xfrm rot="2700000">
              <a:off x="11798454" y="994196"/>
              <a:ext cx="107098" cy="466589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254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/>
            </a:p>
          </p:txBody>
        </p:sp>
        <p:sp>
          <p:nvSpPr>
            <p:cNvPr id="46" name="Forma livre: Forma 45">
              <a:extLst>
                <a:ext uri="{FF2B5EF4-FFF2-40B4-BE49-F238E27FC236}">
                  <a16:creationId xmlns:a16="http://schemas.microsoft.com/office/drawing/2014/main" id="{3295925C-3570-40F1-B3CE-07D947ED4643}"/>
                </a:ext>
              </a:extLst>
            </p:cNvPr>
            <p:cNvSpPr>
              <a:spLocks noChangeAspect="1"/>
            </p:cNvSpPr>
            <p:nvPr/>
          </p:nvSpPr>
          <p:spPr>
            <a:xfrm rot="18900000">
              <a:off x="11228590" y="129580"/>
              <a:ext cx="1337455" cy="1042921"/>
            </a:xfrm>
            <a:custGeom>
              <a:avLst/>
              <a:gdLst>
                <a:gd name="connsiteX0" fmla="*/ 1084058 w 1337455"/>
                <a:gd name="connsiteY0" fmla="*/ 16081 h 1042921"/>
                <a:gd name="connsiteX1" fmla="*/ 1337455 w 1337455"/>
                <a:gd name="connsiteY1" fmla="*/ 269477 h 1042921"/>
                <a:gd name="connsiteX2" fmla="*/ 1060775 w 1337455"/>
                <a:gd name="connsiteY2" fmla="*/ 546158 h 1042921"/>
                <a:gd name="connsiteX3" fmla="*/ 1020394 w 1337455"/>
                <a:gd name="connsiteY3" fmla="*/ 532055 h 1042921"/>
                <a:gd name="connsiteX4" fmla="*/ 926985 w 1337455"/>
                <a:gd name="connsiteY4" fmla="*/ 521461 h 1042921"/>
                <a:gd name="connsiteX5" fmla="*/ 463492 w 1337455"/>
                <a:gd name="connsiteY5" fmla="*/ 1042921 h 1042921"/>
                <a:gd name="connsiteX6" fmla="*/ 0 w 1337455"/>
                <a:gd name="connsiteY6" fmla="*/ 1042921 h 1042921"/>
                <a:gd name="connsiteX7" fmla="*/ 926984 w 1337455"/>
                <a:gd name="connsiteY7" fmla="*/ 0 h 1042921"/>
                <a:gd name="connsiteX8" fmla="*/ 1021763 w 1337455"/>
                <a:gd name="connsiteY8" fmla="*/ 5384 h 1042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37455" h="1042921">
                  <a:moveTo>
                    <a:pt x="1084058" y="16081"/>
                  </a:moveTo>
                  <a:lnTo>
                    <a:pt x="1337455" y="269477"/>
                  </a:lnTo>
                  <a:lnTo>
                    <a:pt x="1060775" y="546158"/>
                  </a:lnTo>
                  <a:lnTo>
                    <a:pt x="1020394" y="532055"/>
                  </a:lnTo>
                  <a:cubicBezTo>
                    <a:pt x="990222" y="525109"/>
                    <a:pt x="958982" y="521461"/>
                    <a:pt x="926985" y="521461"/>
                  </a:cubicBezTo>
                  <a:cubicBezTo>
                    <a:pt x="671005" y="521461"/>
                    <a:pt x="463493" y="754927"/>
                    <a:pt x="463492" y="1042921"/>
                  </a:cubicBezTo>
                  <a:lnTo>
                    <a:pt x="0" y="1042921"/>
                  </a:lnTo>
                  <a:cubicBezTo>
                    <a:pt x="0" y="466932"/>
                    <a:pt x="415025" y="0"/>
                    <a:pt x="926984" y="0"/>
                  </a:cubicBezTo>
                  <a:cubicBezTo>
                    <a:pt x="958982" y="0"/>
                    <a:pt x="990600" y="1824"/>
                    <a:pt x="1021763" y="5384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pt-BR">
                <a:solidFill>
                  <a:schemeClr val="tx1"/>
                </a:solidFill>
              </a:endParaRPr>
            </a:p>
          </p:txBody>
        </p:sp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394664AE-6DC5-428F-9AC4-5A8F67571F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94036" y="5610392"/>
            <a:ext cx="667802" cy="631474"/>
            <a:chOff x="10478914" y="1506691"/>
            <a:chExt cx="667802" cy="631474"/>
          </a:xfrm>
        </p:grpSpPr>
        <p:sp>
          <p:nvSpPr>
            <p:cNvPr id="16" name="Forma Livre: Forma 15">
              <a:extLst>
                <a:ext uri="{FF2B5EF4-FFF2-40B4-BE49-F238E27FC236}">
                  <a16:creationId xmlns:a16="http://schemas.microsoft.com/office/drawing/2014/main" id="{8288F304-7DF7-42FB-BD6F-D575128A1DDE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606715" y="1506691"/>
              <a:ext cx="540001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101600" dist="50800" dir="732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104835D9-7DE9-4DDD-A6C2-1C526822700A}"/>
                </a:ext>
              </a:extLst>
            </p:cNvPr>
            <p:cNvSpPr/>
            <p:nvPr/>
          </p:nvSpPr>
          <p:spPr>
            <a:xfrm rot="13500000">
              <a:off x="10613915" y="1424627"/>
              <a:ext cx="270000" cy="540001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/>
            </a:p>
          </p:txBody>
        </p:sp>
      </p:grp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57D2D6F-49E8-4217-A908-2D9E43583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Terça-feira, 2 de fevereiro, 20XX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91C4440-6B8D-4A24-A807-8B1302A3D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Amostra de Texto de Rodapé</a:t>
            </a:r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76CFE189-E20B-4108-B290-244424336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pt-BR" smtClean="0"/>
              <a:t>‹nº›</a:t>
            </a:fld>
            <a:endParaRPr lang="pt-BR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3C43C1C-00B3-40E0-B073-B8C56206D0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5303845" y="5427212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73191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577394-0A20-4CF6-9066-CFC2C1C9D3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9149" y="389840"/>
            <a:ext cx="8281987" cy="2954655"/>
          </a:xfrm>
        </p:spPr>
        <p:txBody>
          <a:bodyPr rtlCol="0" anchor="t" anchorCtr="0">
            <a:noAutofit/>
          </a:bodyPr>
          <a:lstStyle>
            <a:lvl1pPr algn="l">
              <a:lnSpc>
                <a:spcPct val="100000"/>
              </a:lnSpc>
              <a:defRPr sz="6400"/>
            </a:lvl1pPr>
          </a:lstStyle>
          <a:p>
            <a:pPr rtl="0"/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F10971F-8922-4B23-9C80-0643D7E350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9149" y="3536951"/>
            <a:ext cx="8281989" cy="2555874"/>
          </a:xfrm>
        </p:spPr>
        <p:txBody>
          <a:bodyPr rtlCol="0">
            <a:no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t-BR"/>
              <a:t>Clique para editar o estilo do subtítulo Mestre</a:t>
            </a:r>
            <a:endParaRPr lang="pt-BR" dirty="0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B1BC074-1090-47AF-BDE8-3859BF574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Terça-feira, 2 de fevereiro, 20XX</a:t>
            </a:r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1D6522F-D41A-4734-8BD1-BD6E5A37D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Amostra de Texto de Rodapé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D74D4206-406C-42A3-BBD4-44C043180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pt-BR" smtClean="0"/>
              <a:t>‹nº›</a:t>
            </a:fld>
            <a:endParaRPr lang="pt-BR"/>
          </a:p>
        </p:txBody>
      </p:sp>
      <p:sp>
        <p:nvSpPr>
          <p:cNvPr id="19" name="Forma Livre: Forma 18">
            <a:extLst>
              <a:ext uri="{FF2B5EF4-FFF2-40B4-BE49-F238E27FC236}">
                <a16:creationId xmlns:a16="http://schemas.microsoft.com/office/drawing/2014/main" id="{82184FF4-7029-4ED7-813A-192E60608764}"/>
              </a:ext>
            </a:extLst>
          </p:cNvPr>
          <p:cNvSpPr>
            <a:spLocks noChangeAspect="1"/>
          </p:cNvSpPr>
          <p:nvPr/>
        </p:nvSpPr>
        <p:spPr>
          <a:xfrm rot="2700000">
            <a:off x="612445" y="481888"/>
            <a:ext cx="1080000" cy="1262947"/>
          </a:xfrm>
          <a:custGeom>
            <a:avLst/>
            <a:gdLst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0 w 1080000"/>
              <a:gd name="connsiteY9" fmla="*/ 931034 h 1262947"/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540000 w 1080000"/>
              <a:gd name="connsiteY9" fmla="*/ 0 h 1262947"/>
              <a:gd name="connsiteX0" fmla="*/ 540000 w 1080000"/>
              <a:gd name="connsiteY0" fmla="*/ 0 h 1262947"/>
              <a:gd name="connsiteX1" fmla="*/ 1064374 w 1080000"/>
              <a:gd name="connsiteY1" fmla="*/ 931034 h 1262947"/>
              <a:gd name="connsiteX2" fmla="*/ 1069029 w 1080000"/>
              <a:gd name="connsiteY2" fmla="*/ 938533 h 1262947"/>
              <a:gd name="connsiteX3" fmla="*/ 1080000 w 1080000"/>
              <a:gd name="connsiteY3" fmla="*/ 992947 h 1262947"/>
              <a:gd name="connsiteX4" fmla="*/ 540000 w 1080000"/>
              <a:gd name="connsiteY4" fmla="*/ 1262947 h 1262947"/>
              <a:gd name="connsiteX5" fmla="*/ 0 w 1080000"/>
              <a:gd name="connsiteY5" fmla="*/ 992947 h 1262947"/>
              <a:gd name="connsiteX6" fmla="*/ 10971 w 1080000"/>
              <a:gd name="connsiteY6" fmla="*/ 938533 h 1262947"/>
              <a:gd name="connsiteX7" fmla="*/ 15626 w 1080000"/>
              <a:gd name="connsiteY7" fmla="*/ 931034 h 1262947"/>
              <a:gd name="connsiteX8" fmla="*/ 540000 w 1080000"/>
              <a:gd name="connsiteY8" fmla="*/ 0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t-BR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AA7AB09-557C-41AD-9113-FF9F68FA1035}"/>
              </a:ext>
            </a:extLst>
          </p:cNvPr>
          <p:cNvSpPr/>
          <p:nvPr/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t-BR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F99ECAA-1F11-4937-BBA6-51935AB44C9D}"/>
              </a:ext>
            </a:extLst>
          </p:cNvPr>
          <p:cNvSpPr>
            <a:spLocks noChangeAspect="1"/>
          </p:cNvSpPr>
          <p:nvPr/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t-BR"/>
          </a:p>
        </p:txBody>
      </p:sp>
      <p:grpSp>
        <p:nvGrpSpPr>
          <p:cNvPr id="34" name="Grupo 33">
            <a:extLst>
              <a:ext uri="{FF2B5EF4-FFF2-40B4-BE49-F238E27FC236}">
                <a16:creationId xmlns:a16="http://schemas.microsoft.com/office/drawing/2014/main" id="{79DE9FAB-6BBA-4CFE-B67D-77B47F01ECA4}"/>
              </a:ext>
            </a:extLst>
          </p:cNvPr>
          <p:cNvGrpSpPr/>
          <p:nvPr/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 rtl="0"/>
              <a:endParaRPr lang="pt-BR" dirty="0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 rtl="0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34123629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>
            <a:extLst>
              <a:ext uri="{FF2B5EF4-FFF2-40B4-BE49-F238E27FC236}">
                <a16:creationId xmlns:a16="http://schemas.microsoft.com/office/drawing/2014/main" id="{94729CA3-91C4-4A89-9448-A2F0E409177A}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t-BR"/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168347B7-45FA-4A01-924D-DC385B720B3E}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Forma Livre: Forma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4" cy="1332000"/>
          </a:xfrm>
        </p:spPr>
        <p:txBody>
          <a:bodyPr rtlCol="0"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pPr rtl="0"/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2" y="2097175"/>
            <a:ext cx="5435600" cy="3995650"/>
          </a:xfrm>
        </p:spPr>
        <p:txBody>
          <a:bodyPr rtlCol="0">
            <a:noAutofit/>
          </a:bodyPr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pt-BR" dirty="0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8362910-87AA-4E67-992D-8D4822FD8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5538" y="2097175"/>
            <a:ext cx="5435600" cy="3995650"/>
          </a:xfrm>
        </p:spPr>
        <p:txBody>
          <a:bodyPr rtlCol="0">
            <a:noAutofit/>
          </a:bodyPr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pt-BR" dirty="0"/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Terça-feira, 2 de fevereiro, 20XX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Amostra de Texto de Rodapé</a:t>
            </a:r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71650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Terça-feira, 2 de fevereiro, 20XX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Amostra de Texto de Rodapé</a:t>
            </a:r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83325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o 7">
            <a:extLst>
              <a:ext uri="{FF2B5EF4-FFF2-40B4-BE49-F238E27FC236}">
                <a16:creationId xmlns:a16="http://schemas.microsoft.com/office/drawing/2014/main" id="{778B0BE9-88B0-4883-9BA9-CD594C400EC1}"/>
              </a:ext>
            </a:extLst>
          </p:cNvPr>
          <p:cNvGrpSpPr/>
          <p:nvPr/>
        </p:nvGrpSpPr>
        <p:grpSpPr>
          <a:xfrm>
            <a:off x="4949631" y="5111861"/>
            <a:ext cx="1262947" cy="1335600"/>
            <a:chOff x="2678417" y="2427951"/>
            <a:chExt cx="1262947" cy="1335600"/>
          </a:xfrm>
        </p:grpSpPr>
        <p:sp>
          <p:nvSpPr>
            <p:cNvPr id="11" name="Forma Livre: Forma 10">
              <a:extLst>
                <a:ext uri="{FF2B5EF4-FFF2-40B4-BE49-F238E27FC236}">
                  <a16:creationId xmlns:a16="http://schemas.microsoft.com/office/drawing/2014/main" id="{C59DCBF3-7AFA-4CD1-A918-BC6DDE674E6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2769891" y="2336477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6964A02-96E1-4654-9187-DDDE7409F75B}"/>
                </a:ext>
              </a:extLst>
            </p:cNvPr>
            <p:cNvSpPr/>
            <p:nvPr/>
          </p:nvSpPr>
          <p:spPr>
            <a:xfrm rot="8100000">
              <a:off x="2784291" y="26835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BF3FF76C-A012-4CDA-8AE7-E94139557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5" cy="984885"/>
          </a:xfrm>
        </p:spPr>
        <p:txBody>
          <a:bodyPr rtlCol="0" anchor="t">
            <a:no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pPr rtl="0"/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11A4C80-DC38-4641-924F-90D6078CF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5775" y="1750060"/>
            <a:ext cx="7345362" cy="4342765"/>
          </a:xfrm>
        </p:spPr>
        <p:txBody>
          <a:bodyPr rtlCol="0"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2C42771-D3A7-4072-85DC-B7C5E530E8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0863" y="1750060"/>
            <a:ext cx="3565525" cy="4342765"/>
          </a:xfrm>
        </p:spPr>
        <p:txBody>
          <a:bodyPr rtlCol="0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BD47AB1-6EB5-4E2C-B4A7-42DC643E9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Terça-feira, 2 de fevereiro, 20XX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BA9D15F-B6ED-46E1-9840-0B625880E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Amostra de Texto de Rodapé</a:t>
            </a:r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CDAEB023-7A5E-4087-B75E-A38A80EE5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3562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A8028302-E866-455D-8898-536230275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50800"/>
            <a:ext cx="11090275" cy="133305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lvl="0" rtl="0">
              <a:lnSpc>
                <a:spcPct val="100000"/>
              </a:lnSpc>
            </a:pPr>
            <a:r>
              <a:rPr lang="pt-BR"/>
              <a:t>Clique para editar o estilo de título Mestre</a:t>
            </a:r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C94E72B-F0CF-4BC4-B509-A1C4508BE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2113862"/>
            <a:ext cx="11091600" cy="397896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4ACE49D-C22F-4540-AC09-E421D2A2ED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>
                <a:solidFill>
                  <a:schemeClr val="tx1">
                    <a:lumMod val="65000"/>
                    <a:alpha val="80000"/>
                  </a:schemeClr>
                </a:solidFill>
              </a:defRPr>
            </a:lvl1pPr>
          </a:lstStyle>
          <a:p>
            <a:pPr rtl="0"/>
            <a:r>
              <a:rPr lang="pt-BR"/>
              <a:t>Terça-feira, 2 de fevereiro, 20XX</a:t>
            </a:r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CD5C3BE-317E-49E8-82B5-C8A7EC9C8A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>
                <a:solidFill>
                  <a:schemeClr val="tx1">
                    <a:lumMod val="65000"/>
                    <a:alpha val="80000"/>
                  </a:schemeClr>
                </a:solidFill>
              </a:defRPr>
            </a:lvl1pPr>
          </a:lstStyle>
          <a:p>
            <a:pPr rtl="0"/>
            <a:r>
              <a:rPr lang="pt-BR"/>
              <a:t>Amostra de Texto de Rodapé</a:t>
            </a:r>
            <a:endParaRPr lang="pt-BR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45574E12-6C16-431F-B2CE-E4B15916BA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00">
                <a:solidFill>
                  <a:schemeClr val="tx1">
                    <a:lumMod val="65000"/>
                    <a:alpha val="80000"/>
                  </a:schemeClr>
                </a:solidFill>
              </a:defRPr>
            </a:lvl1pPr>
          </a:lstStyle>
          <a:p>
            <a:pPr rtl="0"/>
            <a:fld id="{DBA1B0FB-D917-4C8C-928F-313BD683BF39}" type="slidenum">
              <a:rPr lang="pt-BR" smtClean="0"/>
              <a:pPr rtl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125571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33" r:id="rId3"/>
    <p:sldLayoutId id="2147483687" r:id="rId4"/>
    <p:sldLayoutId id="2147483734" r:id="rId5"/>
    <p:sldLayoutId id="2147483686" r:id="rId6"/>
    <p:sldLayoutId id="2147483696" r:id="rId7"/>
    <p:sldLayoutId id="2147483707" r:id="rId8"/>
    <p:sldLayoutId id="2147483689" r:id="rId9"/>
    <p:sldLayoutId id="2147483697" r:id="rId10"/>
    <p:sldLayoutId id="2147483731" r:id="rId11"/>
    <p:sldLayoutId id="2147483693" r:id="rId12"/>
    <p:sldLayoutId id="2147483685" r:id="rId13"/>
    <p:sldLayoutId id="2147483688" r:id="rId14"/>
    <p:sldLayoutId id="2147483691" r:id="rId15"/>
    <p:sldLayoutId id="2147483692" r:id="rId1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pt-BR" sz="4800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spcAft>
          <a:spcPts val="800"/>
        </a:spcAft>
        <a:buFont typeface="Arial" panose="020B0604020202020204" pitchFamily="34" charset="0"/>
        <a:buChar char="•"/>
        <a:defRPr sz="20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2" pos="3840">
          <p15:clr>
            <a:srgbClr val="F26B43"/>
          </p15:clr>
        </p15:guide>
        <p15:guide id="33" orient="horz" pos="2160">
          <p15:clr>
            <a:srgbClr val="F26B43"/>
          </p15:clr>
        </p15:guide>
        <p15:guide id="34" pos="347">
          <p15:clr>
            <a:srgbClr val="F26B43"/>
          </p15:clr>
        </p15:guide>
        <p15:guide id="35" pos="7333">
          <p15:clr>
            <a:srgbClr val="F26B43"/>
          </p15:clr>
        </p15:guide>
        <p15:guide id="36" orient="horz" pos="346">
          <p15:clr>
            <a:srgbClr val="F26B43"/>
          </p15:clr>
        </p15:guide>
        <p15:guide id="37" orient="horz" pos="3974">
          <p15:clr>
            <a:srgbClr val="F26B43"/>
          </p15:clr>
        </p15:guide>
        <p15:guide id="38" pos="824">
          <p15:clr>
            <a:srgbClr val="A4A3A4"/>
          </p15:clr>
        </p15:guide>
        <p15:guide id="39" pos="937">
          <p15:clr>
            <a:srgbClr val="A4A3A4"/>
          </p15:clr>
        </p15:guide>
        <p15:guide id="40" pos="1413">
          <p15:clr>
            <a:srgbClr val="A4A3A4"/>
          </p15:clr>
        </p15:guide>
        <p15:guide id="41" pos="1527">
          <p15:clr>
            <a:srgbClr val="A4A3A4"/>
          </p15:clr>
        </p15:guide>
        <p15:guide id="42" pos="2003">
          <p15:clr>
            <a:srgbClr val="A4A3A4"/>
          </p15:clr>
        </p15:guide>
        <p15:guide id="43" pos="2116">
          <p15:clr>
            <a:srgbClr val="A4A3A4"/>
          </p15:clr>
        </p15:guide>
        <p15:guide id="44" pos="2593">
          <p15:clr>
            <a:srgbClr val="A4A3A4"/>
          </p15:clr>
        </p15:guide>
        <p15:guide id="45" pos="2706">
          <p15:clr>
            <a:srgbClr val="A4A3A4"/>
          </p15:clr>
        </p15:guide>
        <p15:guide id="46" pos="3182">
          <p15:clr>
            <a:srgbClr val="A4A3A4"/>
          </p15:clr>
        </p15:guide>
        <p15:guide id="47" pos="3318">
          <p15:clr>
            <a:srgbClr val="A4A3A4"/>
          </p15:clr>
        </p15:guide>
        <p15:guide id="48" pos="3772">
          <p15:clr>
            <a:srgbClr val="A4A3A4"/>
          </p15:clr>
        </p15:guide>
        <p15:guide id="49" pos="3908">
          <p15:clr>
            <a:srgbClr val="A4A3A4"/>
          </p15:clr>
        </p15:guide>
        <p15:guide id="50" pos="4362">
          <p15:clr>
            <a:srgbClr val="A4A3A4"/>
          </p15:clr>
        </p15:guide>
        <p15:guide id="51" pos="4498">
          <p15:clr>
            <a:srgbClr val="A4A3A4"/>
          </p15:clr>
        </p15:guide>
        <p15:guide id="52" pos="4951">
          <p15:clr>
            <a:srgbClr val="A4A3A4"/>
          </p15:clr>
        </p15:guide>
        <p15:guide id="53" pos="5087">
          <p15:clr>
            <a:srgbClr val="A4A3A4"/>
          </p15:clr>
        </p15:guide>
        <p15:guide id="54" pos="5541">
          <p15:clr>
            <a:srgbClr val="A4A3A4"/>
          </p15:clr>
        </p15:guide>
        <p15:guide id="55" pos="5677">
          <p15:clr>
            <a:srgbClr val="A4A3A4"/>
          </p15:clr>
        </p15:guide>
        <p15:guide id="56" pos="6153">
          <p15:clr>
            <a:srgbClr val="A4A3A4"/>
          </p15:clr>
        </p15:guide>
        <p15:guide id="57" pos="6267">
          <p15:clr>
            <a:srgbClr val="A4A3A4"/>
          </p15:clr>
        </p15:guide>
        <p15:guide id="58" pos="6743">
          <p15:clr>
            <a:srgbClr val="A4A3A4"/>
          </p15:clr>
        </p15:guide>
        <p15:guide id="59" pos="6856">
          <p15:clr>
            <a:srgbClr val="A4A3A4"/>
          </p15:clr>
        </p15:guide>
        <p15:guide id="60" orient="horz" pos="3838">
          <p15:clr>
            <a:srgbClr val="A4A3A4"/>
          </p15:clr>
        </p15:guide>
        <p15:guide id="61" orient="horz" pos="2092">
          <p15:clr>
            <a:srgbClr val="A4A3A4"/>
          </p15:clr>
        </p15:guide>
        <p15:guide id="62" orient="horz" pos="2228">
          <p15:clr>
            <a:srgbClr val="A4A3A4"/>
          </p15:clr>
        </p15:guide>
        <p15:guide id="63" orient="horz" pos="845">
          <p15:clr>
            <a:srgbClr val="A4A3A4"/>
          </p15:clr>
        </p15:guide>
        <p15:guide id="64" orient="horz" pos="958">
          <p15:clr>
            <a:srgbClr val="A4A3A4"/>
          </p15:clr>
        </p15:guide>
        <p15:guide id="65" orient="horz" pos="1480">
          <p15:clr>
            <a:srgbClr val="A4A3A4"/>
          </p15:clr>
        </p15:guide>
        <p15:guide id="66" orient="horz" pos="1593">
          <p15:clr>
            <a:srgbClr val="A4A3A4"/>
          </p15:clr>
        </p15:guide>
        <p15:guide id="67" orient="horz" pos="2727">
          <p15:clr>
            <a:srgbClr val="A4A3A4"/>
          </p15:clr>
        </p15:guide>
        <p15:guide id="68" orient="horz" pos="2840">
          <p15:clr>
            <a:srgbClr val="A4A3A4"/>
          </p15:clr>
        </p15:guide>
        <p15:guide id="69" orient="horz" pos="3339">
          <p15:clr>
            <a:srgbClr val="A4A3A4"/>
          </p15:clr>
        </p15:guide>
        <p15:guide id="70" orient="horz" pos="3475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6E938C-9D94-4B05-979A-D39FFC45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99413" y="1051551"/>
            <a:ext cx="3856255" cy="2384898"/>
          </a:xfrm>
        </p:spPr>
        <p:txBody>
          <a:bodyPr rtlCol="0" anchor="b" anchorCtr="0">
            <a:normAutofit/>
          </a:bodyPr>
          <a:lstStyle/>
          <a:p>
            <a:pPr rtl="0"/>
            <a:r>
              <a:rPr lang="pt-BR" dirty="0"/>
              <a:t> </a:t>
            </a:r>
          </a:p>
        </p:txBody>
      </p:sp>
      <p:pic>
        <p:nvPicPr>
          <p:cNvPr id="14" name="Espaço Reservado para Imagem 13" descr="Plano de fundo digital de pontos de dados">
            <a:extLst>
              <a:ext uri="{FF2B5EF4-FFF2-40B4-BE49-F238E27FC236}">
                <a16:creationId xmlns:a16="http://schemas.microsoft.com/office/drawing/2014/main" id="{9A8AD548-922D-4E1D-B19C-5F6E808B816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7786410" cy="6858000"/>
          </a:xfrm>
        </p:spPr>
      </p:pic>
      <p:sp>
        <p:nvSpPr>
          <p:cNvPr id="3" name="Subtítulo 2">
            <a:extLst>
              <a:ext uri="{FF2B5EF4-FFF2-40B4-BE49-F238E27FC236}">
                <a16:creationId xmlns:a16="http://schemas.microsoft.com/office/drawing/2014/main" id="{D9A11267-FC52-4990-8D98-010AFABA554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49848" y="3259939"/>
            <a:ext cx="3565524" cy="338122"/>
          </a:xfrm>
        </p:spPr>
        <p:txBody>
          <a:bodyPr rtlCol="0">
            <a:normAutofit/>
          </a:bodyPr>
          <a:lstStyle/>
          <a:p>
            <a:pPr algn="ctr" rtl="0"/>
            <a:r>
              <a:rPr lang="pt-BR" dirty="0"/>
              <a:t>Macoratti.net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4C5A945-B50E-5399-883F-768906AFA6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9498" y="1195840"/>
            <a:ext cx="1949209" cy="2096319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3111A99-29DF-8BAD-1905-35FD62F8AF2F}"/>
              </a:ext>
            </a:extLst>
          </p:cNvPr>
          <p:cNvSpPr txBox="1"/>
          <p:nvPr/>
        </p:nvSpPr>
        <p:spPr>
          <a:xfrm>
            <a:off x="1741013" y="1832204"/>
            <a:ext cx="379583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600" b="1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LINQ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0F3A3DC-C703-ED9A-46C0-825FE57A6318}"/>
              </a:ext>
            </a:extLst>
          </p:cNvPr>
          <p:cNvSpPr txBox="1"/>
          <p:nvPr/>
        </p:nvSpPr>
        <p:spPr>
          <a:xfrm>
            <a:off x="1831461" y="3389846"/>
            <a:ext cx="724575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Fundamentos - </a:t>
            </a:r>
            <a:r>
              <a:rPr lang="pt-BR" sz="660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III</a:t>
            </a:r>
            <a:endParaRPr lang="pt-BR" sz="8000" dirty="0">
              <a:ln w="0"/>
              <a:solidFill>
                <a:srgbClr val="FFFF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528142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ço Reservado para o Número do Slide 15">
            <a:extLst>
              <a:ext uri="{FF2B5EF4-FFF2-40B4-BE49-F238E27FC236}">
                <a16:creationId xmlns:a16="http://schemas.microsoft.com/office/drawing/2014/main" id="{3F8A62C8-5437-4C47-AC0F-0605F84CB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rtlCol="0"/>
          <a:lstStyle/>
          <a:p>
            <a:pPr rtl="0"/>
            <a:fld id="{DBA1B0FB-D917-4C8C-928F-313BD683BF39}" type="slidenum">
              <a:rPr lang="pt-BR" smtClean="0"/>
              <a:pPr rtl="0"/>
              <a:t>2</a:t>
            </a:fld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DD38F91-B5A1-31F0-E4D0-A99755692054}"/>
              </a:ext>
            </a:extLst>
          </p:cNvPr>
          <p:cNvSpPr txBox="1"/>
          <p:nvPr/>
        </p:nvSpPr>
        <p:spPr>
          <a:xfrm>
            <a:off x="353459" y="1548921"/>
            <a:ext cx="114850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É o mecanismo usado para selecionar os dados de uma fonte de dados.</a:t>
            </a:r>
            <a:endParaRPr lang="pt-BR" sz="2400" dirty="0">
              <a:solidFill>
                <a:srgbClr val="FFFF00"/>
              </a:solidFill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2C9D293-3245-92D5-D60D-D7079C7C972B}"/>
              </a:ext>
            </a:extLst>
          </p:cNvPr>
          <p:cNvSpPr txBox="1"/>
          <p:nvPr/>
        </p:nvSpPr>
        <p:spPr>
          <a:xfrm>
            <a:off x="353459" y="58466"/>
            <a:ext cx="53076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LINQ – Operadores de projeção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99A3BB08-4208-3BCF-D4BA-FA7F89201493}"/>
              </a:ext>
            </a:extLst>
          </p:cNvPr>
          <p:cNvSpPr txBox="1"/>
          <p:nvPr/>
        </p:nvSpPr>
        <p:spPr>
          <a:xfrm>
            <a:off x="353459" y="933928"/>
            <a:ext cx="51945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rgbClr val="FFFF00"/>
                </a:solidFill>
              </a:rPr>
              <a:t>Projeção</a:t>
            </a:r>
            <a:endParaRPr lang="pt-BR" sz="28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13B6BAB-9037-8312-01BD-E5E5D9FF941C}"/>
              </a:ext>
            </a:extLst>
          </p:cNvPr>
          <p:cNvSpPr txBox="1"/>
          <p:nvPr/>
        </p:nvSpPr>
        <p:spPr>
          <a:xfrm>
            <a:off x="723454" y="2183043"/>
            <a:ext cx="100234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1 - Selecionar todos os dados no estado original</a:t>
            </a:r>
          </a:p>
          <a:p>
            <a:r>
              <a:rPr lang="pt-BR" sz="2400" dirty="0"/>
              <a:t>2 - Criar um novo formato de dados realizando operações nos dados originais 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8CAFD99-3994-AE9E-F675-28E8316B868F}"/>
              </a:ext>
            </a:extLst>
          </p:cNvPr>
          <p:cNvSpPr txBox="1"/>
          <p:nvPr/>
        </p:nvSpPr>
        <p:spPr>
          <a:xfrm>
            <a:off x="353459" y="3566401"/>
            <a:ext cx="114850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Temos dois métodos usados para projeção : </a:t>
            </a:r>
            <a:endParaRPr lang="pt-BR" sz="2400" dirty="0">
              <a:solidFill>
                <a:srgbClr val="FFFF00"/>
              </a:solidFill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AE24224-A79C-84D9-3D00-82E27B8DC411}"/>
              </a:ext>
            </a:extLst>
          </p:cNvPr>
          <p:cNvSpPr txBox="1"/>
          <p:nvPr/>
        </p:nvSpPr>
        <p:spPr>
          <a:xfrm>
            <a:off x="651535" y="4200523"/>
            <a:ext cx="100234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1 - </a:t>
            </a:r>
            <a:r>
              <a:rPr lang="pt-BR" sz="2400" dirty="0" err="1">
                <a:solidFill>
                  <a:srgbClr val="00B0F0"/>
                </a:solidFill>
              </a:rPr>
              <a:t>Select</a:t>
            </a:r>
            <a:endParaRPr lang="pt-BR" sz="2400" dirty="0">
              <a:solidFill>
                <a:srgbClr val="00B0F0"/>
              </a:solidFill>
            </a:endParaRPr>
          </a:p>
          <a:p>
            <a:endParaRPr lang="pt-BR" sz="2400" dirty="0"/>
          </a:p>
          <a:p>
            <a:r>
              <a:rPr lang="pt-BR" sz="2400" dirty="0"/>
              <a:t>2 - </a:t>
            </a:r>
            <a:r>
              <a:rPr lang="pt-BR" sz="2400" dirty="0" err="1">
                <a:solidFill>
                  <a:srgbClr val="00B0F0"/>
                </a:solidFill>
              </a:rPr>
              <a:t>SelectMany</a:t>
            </a:r>
            <a:endParaRPr lang="pt-BR" sz="24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6330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ço Reservado para o Número do Slide 15">
            <a:extLst>
              <a:ext uri="{FF2B5EF4-FFF2-40B4-BE49-F238E27FC236}">
                <a16:creationId xmlns:a16="http://schemas.microsoft.com/office/drawing/2014/main" id="{3F8A62C8-5437-4C47-AC0F-0605F84CB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rtlCol="0"/>
          <a:lstStyle/>
          <a:p>
            <a:pPr rtl="0"/>
            <a:fld id="{DBA1B0FB-D917-4C8C-928F-313BD683BF39}" type="slidenum">
              <a:rPr lang="pt-BR" smtClean="0"/>
              <a:pPr rtl="0"/>
              <a:t>3</a:t>
            </a:fld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2C9D293-3245-92D5-D60D-D7079C7C972B}"/>
              </a:ext>
            </a:extLst>
          </p:cNvPr>
          <p:cNvSpPr txBox="1"/>
          <p:nvPr/>
        </p:nvSpPr>
        <p:spPr>
          <a:xfrm>
            <a:off x="106879" y="128326"/>
            <a:ext cx="76603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LINQ – </a:t>
            </a:r>
            <a:r>
              <a:rPr lang="pt-BR" sz="2800" dirty="0" err="1">
                <a:solidFill>
                  <a:srgbClr val="00B0F0"/>
                </a:solidFill>
              </a:rPr>
              <a:t>Select</a:t>
            </a:r>
            <a:endParaRPr lang="pt-BR" sz="2800" dirty="0">
              <a:solidFill>
                <a:srgbClr val="00B0F0"/>
              </a:solidFill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99A3BB08-4208-3BCF-D4BA-FA7F89201493}"/>
              </a:ext>
            </a:extLst>
          </p:cNvPr>
          <p:cNvSpPr txBox="1"/>
          <p:nvPr/>
        </p:nvSpPr>
        <p:spPr>
          <a:xfrm>
            <a:off x="219895" y="874597"/>
            <a:ext cx="112876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400" dirty="0"/>
              <a:t>- Permite especificar quais propriedades queremos recuperar  :  </a:t>
            </a:r>
            <a:r>
              <a:rPr lang="pt-PT" sz="2400" dirty="0">
                <a:solidFill>
                  <a:srgbClr val="FFC000"/>
                </a:solidFill>
              </a:rPr>
              <a:t>todas as propriedades ou apenas algumas das propriedades</a:t>
            </a:r>
            <a:endParaRPr lang="pt-BR" sz="2400" dirty="0">
              <a:solidFill>
                <a:srgbClr val="FFC000"/>
              </a:solidFill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465F528-7BAC-C1EC-C037-9B9A178207E7}"/>
              </a:ext>
            </a:extLst>
          </p:cNvPr>
          <p:cNvSpPr txBox="1"/>
          <p:nvPr/>
        </p:nvSpPr>
        <p:spPr>
          <a:xfrm>
            <a:off x="219895" y="1827726"/>
            <a:ext cx="112876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400" dirty="0"/>
              <a:t>- Permite realizar alguns cálculos</a:t>
            </a:r>
            <a:endParaRPr lang="pt-BR" sz="2400" dirty="0">
              <a:solidFill>
                <a:srgbClr val="00B0F0"/>
              </a:solidFill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46BB3E3-86F5-36F2-3FBC-C49343F00DB4}"/>
              </a:ext>
            </a:extLst>
          </p:cNvPr>
          <p:cNvSpPr txBox="1"/>
          <p:nvPr/>
        </p:nvSpPr>
        <p:spPr>
          <a:xfrm>
            <a:off x="452161" y="3013144"/>
            <a:ext cx="112876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rgbClr val="FFFF00"/>
                </a:solidFill>
              </a:rPr>
              <a:t>Execução Imediata na LINQ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7ED0C9B-7913-9D68-6F0F-A658E5FDC696}"/>
              </a:ext>
            </a:extLst>
          </p:cNvPr>
          <p:cNvSpPr txBox="1"/>
          <p:nvPr/>
        </p:nvSpPr>
        <p:spPr>
          <a:xfrm>
            <a:off x="452162" y="3630002"/>
            <a:ext cx="1110222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Força a consulta LINQ a ser executada e a retornar o resultado imediatamente</a:t>
            </a:r>
          </a:p>
          <a:p>
            <a:endParaRPr lang="pt-BR" sz="2400" dirty="0"/>
          </a:p>
          <a:p>
            <a:r>
              <a:rPr lang="pt-BR" sz="2400" dirty="0"/>
              <a:t>É obtida usando os operadores de conversão  :  </a:t>
            </a:r>
          </a:p>
          <a:p>
            <a:r>
              <a:rPr lang="pt-BR" sz="2400" dirty="0" err="1">
                <a:solidFill>
                  <a:srgbClr val="FFFF00"/>
                </a:solidFill>
              </a:rPr>
              <a:t>ToList</a:t>
            </a:r>
            <a:r>
              <a:rPr lang="pt-BR" sz="2400" dirty="0">
                <a:solidFill>
                  <a:srgbClr val="FFFF00"/>
                </a:solidFill>
              </a:rPr>
              <a:t>(),  </a:t>
            </a:r>
            <a:r>
              <a:rPr lang="pt-BR" sz="2400" dirty="0" err="1">
                <a:solidFill>
                  <a:srgbClr val="FFFF00"/>
                </a:solidFill>
              </a:rPr>
              <a:t>ToArray</a:t>
            </a:r>
            <a:r>
              <a:rPr lang="pt-BR" sz="2400" dirty="0">
                <a:solidFill>
                  <a:srgbClr val="FFFF00"/>
                </a:solidFill>
              </a:rPr>
              <a:t>(),  </a:t>
            </a:r>
            <a:r>
              <a:rPr lang="pt-BR" sz="2400" dirty="0" err="1">
                <a:solidFill>
                  <a:srgbClr val="FFFF00"/>
                </a:solidFill>
              </a:rPr>
              <a:t>AsEnumerable</a:t>
            </a:r>
            <a:r>
              <a:rPr lang="pt-BR" sz="2400" dirty="0">
                <a:solidFill>
                  <a:srgbClr val="FFFF00"/>
                </a:solidFill>
              </a:rPr>
              <a:t>,  </a:t>
            </a:r>
            <a:r>
              <a:rPr lang="pt-BR" sz="2400" dirty="0" err="1">
                <a:solidFill>
                  <a:srgbClr val="FFFF00"/>
                </a:solidFill>
              </a:rPr>
              <a:t>AsQueryable</a:t>
            </a:r>
            <a:r>
              <a:rPr lang="pt-BR" sz="2400" dirty="0">
                <a:solidFill>
                  <a:srgbClr val="FFFF00"/>
                </a:solidFill>
              </a:rPr>
              <a:t>,  </a:t>
            </a:r>
            <a:r>
              <a:rPr lang="pt-BR" sz="2400" dirty="0" err="1">
                <a:solidFill>
                  <a:srgbClr val="FFFF00"/>
                </a:solidFill>
              </a:rPr>
              <a:t>ToDictionary</a:t>
            </a:r>
            <a:r>
              <a:rPr lang="pt-BR" sz="2400" dirty="0">
                <a:solidFill>
                  <a:srgbClr val="FFFF00"/>
                </a:solidFill>
              </a:rPr>
              <a:t>(),  </a:t>
            </a:r>
            <a:r>
              <a:rPr lang="pt-BR" sz="2400" dirty="0" err="1">
                <a:solidFill>
                  <a:srgbClr val="FFFF00"/>
                </a:solidFill>
              </a:rPr>
              <a:t>ToLookup</a:t>
            </a:r>
            <a:r>
              <a:rPr lang="pt-BR" sz="2400" dirty="0">
                <a:solidFill>
                  <a:srgbClr val="FFFF00"/>
                </a:solidFill>
              </a:rPr>
              <a:t>()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723468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4" grpId="0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ço Reservado para o Número do Slide 15">
            <a:extLst>
              <a:ext uri="{FF2B5EF4-FFF2-40B4-BE49-F238E27FC236}">
                <a16:creationId xmlns:a16="http://schemas.microsoft.com/office/drawing/2014/main" id="{3F8A62C8-5437-4C47-AC0F-0605F84CB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rtlCol="0"/>
          <a:lstStyle/>
          <a:p>
            <a:pPr rtl="0"/>
            <a:fld id="{DBA1B0FB-D917-4C8C-928F-313BD683BF39}" type="slidenum">
              <a:rPr lang="pt-BR" smtClean="0"/>
              <a:pPr rtl="0"/>
              <a:t>4</a:t>
            </a:fld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2C9D293-3245-92D5-D60D-D7079C7C972B}"/>
              </a:ext>
            </a:extLst>
          </p:cNvPr>
          <p:cNvSpPr txBox="1"/>
          <p:nvPr/>
        </p:nvSpPr>
        <p:spPr>
          <a:xfrm>
            <a:off x="168524" y="89332"/>
            <a:ext cx="76603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LINQ – </a:t>
            </a:r>
            <a:r>
              <a:rPr lang="pt-BR" sz="2800" dirty="0" err="1">
                <a:solidFill>
                  <a:srgbClr val="00B0F0"/>
                </a:solidFill>
              </a:rPr>
              <a:t>Select</a:t>
            </a:r>
            <a:endParaRPr lang="pt-BR" sz="2800" dirty="0">
              <a:solidFill>
                <a:srgbClr val="00B0F0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DF43A4A-CD33-0A02-0607-BCF77B2F4439}"/>
              </a:ext>
            </a:extLst>
          </p:cNvPr>
          <p:cNvSpPr txBox="1"/>
          <p:nvPr/>
        </p:nvSpPr>
        <p:spPr>
          <a:xfrm>
            <a:off x="332198" y="1253448"/>
            <a:ext cx="11308938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//Sintaxe de método</a:t>
            </a:r>
            <a:endParaRPr lang="pt-B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pt-B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IEnumerable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&lt;Aluno&gt; alunos = </a:t>
            </a:r>
            <a:r>
              <a:rPr lang="pt-B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FonteDados.GetAlunos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().</a:t>
            </a:r>
            <a:r>
              <a:rPr lang="pt-BR" sz="1800" dirty="0" err="1">
                <a:solidFill>
                  <a:srgbClr val="7030A0"/>
                </a:solidFill>
                <a:latin typeface="Cascadia Mono" panose="020B0609020000020004" pitchFamily="49" charset="0"/>
              </a:rPr>
              <a:t>ToList</a:t>
            </a:r>
            <a:r>
              <a:rPr lang="pt-BR" sz="1800" dirty="0">
                <a:solidFill>
                  <a:srgbClr val="7030A0"/>
                </a:solidFill>
                <a:latin typeface="Cascadia Mono" panose="020B0609020000020004" pitchFamily="49" charset="0"/>
              </a:rPr>
              <a:t>();</a:t>
            </a:r>
          </a:p>
          <a:p>
            <a:endParaRPr lang="pt-B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pt-B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foreach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(var aluno </a:t>
            </a:r>
            <a:r>
              <a:rPr lang="pt-B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alunos)</a:t>
            </a:r>
          </a:p>
          <a:p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</a:t>
            </a:r>
            <a:r>
              <a:rPr lang="pt-B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pt-B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$"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r>
              <a:rPr lang="pt-B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aluno.Nome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r>
              <a:rPr lang="pt-B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 : 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r>
              <a:rPr lang="pt-B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aluno.Nota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r>
              <a:rPr lang="pt-B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469A0EA-F583-AC22-C3B1-0A63140FF16E}"/>
              </a:ext>
            </a:extLst>
          </p:cNvPr>
          <p:cNvSpPr txBox="1"/>
          <p:nvPr/>
        </p:nvSpPr>
        <p:spPr>
          <a:xfrm>
            <a:off x="332197" y="3890665"/>
            <a:ext cx="11308939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//Sintaxe de método</a:t>
            </a:r>
            <a:endParaRPr lang="pt-B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pt-B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IEnumerable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pt-B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string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&gt; </a:t>
            </a:r>
            <a:r>
              <a:rPr lang="pt-B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nomesAlunos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pt-B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FonteDados.GetAlunos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().</a:t>
            </a:r>
            <a:r>
              <a:rPr lang="pt-B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Select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(a=&gt; </a:t>
            </a:r>
            <a:r>
              <a:rPr lang="pt-B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a.Nome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  <a:b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</a:br>
            <a:endParaRPr lang="pt-B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pt-B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foreach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(var nome </a:t>
            </a:r>
            <a:r>
              <a:rPr lang="pt-B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nomesAlunos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</a:t>
            </a:r>
            <a:r>
              <a:rPr lang="pt-B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pt-B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$"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{nome});</a:t>
            </a:r>
            <a:endParaRPr lang="pt-BR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9EA0F03D-F553-D50B-52F1-3DE5B6BE7769}"/>
              </a:ext>
            </a:extLst>
          </p:cNvPr>
          <p:cNvSpPr txBox="1"/>
          <p:nvPr/>
        </p:nvSpPr>
        <p:spPr>
          <a:xfrm>
            <a:off x="332198" y="755790"/>
            <a:ext cx="5298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Seleciona todos os dados originais 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A890D0A6-B784-5B0C-495F-70D78B6259AC}"/>
              </a:ext>
            </a:extLst>
          </p:cNvPr>
          <p:cNvSpPr txBox="1"/>
          <p:nvPr/>
        </p:nvSpPr>
        <p:spPr>
          <a:xfrm>
            <a:off x="332198" y="3429000"/>
            <a:ext cx="5298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Seleciona apenas o nome 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A561A8F5-09D0-A215-755F-402DD365228C}"/>
              </a:ext>
            </a:extLst>
          </p:cNvPr>
          <p:cNvSpPr txBox="1"/>
          <p:nvPr/>
        </p:nvSpPr>
        <p:spPr>
          <a:xfrm>
            <a:off x="9298112" y="1469204"/>
            <a:ext cx="2054832" cy="92333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Cria a consulta e retorna os dados de</a:t>
            </a:r>
          </a:p>
          <a:p>
            <a:pPr algn="ctr"/>
            <a:r>
              <a:rPr lang="pt-BR" dirty="0">
                <a:solidFill>
                  <a:schemeClr val="tx1"/>
                </a:solidFill>
              </a:rPr>
              <a:t>Imediato </a:t>
            </a:r>
          </a:p>
        </p:txBody>
      </p:sp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63A71DB1-F4A3-9561-829B-D15D67820230}"/>
              </a:ext>
            </a:extLst>
          </p:cNvPr>
          <p:cNvCxnSpPr/>
          <p:nvPr/>
        </p:nvCxnSpPr>
        <p:spPr>
          <a:xfrm flipH="1" flipV="1">
            <a:off x="8424809" y="1751771"/>
            <a:ext cx="873303" cy="17909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34E75669-3CA5-4A88-3E64-AD06F3741510}"/>
              </a:ext>
            </a:extLst>
          </p:cNvPr>
          <p:cNvSpPr txBox="1"/>
          <p:nvPr/>
        </p:nvSpPr>
        <p:spPr>
          <a:xfrm>
            <a:off x="9411128" y="4620178"/>
            <a:ext cx="2054832" cy="64633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Cria a consulta e não retorna dados</a:t>
            </a:r>
          </a:p>
        </p:txBody>
      </p:sp>
    </p:spTree>
    <p:extLst>
      <p:ext uri="{BB962C8B-B14F-4D97-AF65-F5344CB8AC3E}">
        <p14:creationId xmlns:p14="http://schemas.microsoft.com/office/powerpoint/2010/main" val="2088809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 animBg="1"/>
      <p:bldP spid="11" grpId="0"/>
      <p:bldP spid="12" grpId="0"/>
      <p:bldP spid="13" grpId="0" animBg="1"/>
      <p:bldP spid="1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ço Reservado para o Número do Slide 15">
            <a:extLst>
              <a:ext uri="{FF2B5EF4-FFF2-40B4-BE49-F238E27FC236}">
                <a16:creationId xmlns:a16="http://schemas.microsoft.com/office/drawing/2014/main" id="{3F8A62C8-5437-4C47-AC0F-0605F84CB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rtlCol="0"/>
          <a:lstStyle/>
          <a:p>
            <a:pPr rtl="0"/>
            <a:fld id="{DBA1B0FB-D917-4C8C-928F-313BD683BF39}" type="slidenum">
              <a:rPr lang="pt-BR" smtClean="0"/>
              <a:pPr rtl="0"/>
              <a:t>5</a:t>
            </a:fld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2C9D293-3245-92D5-D60D-D7079C7C972B}"/>
              </a:ext>
            </a:extLst>
          </p:cNvPr>
          <p:cNvSpPr txBox="1"/>
          <p:nvPr/>
        </p:nvSpPr>
        <p:spPr>
          <a:xfrm>
            <a:off x="168524" y="89332"/>
            <a:ext cx="76603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LINQ – </a:t>
            </a:r>
            <a:r>
              <a:rPr lang="pt-BR" sz="2800" dirty="0" err="1">
                <a:solidFill>
                  <a:srgbClr val="00B0F0"/>
                </a:solidFill>
              </a:rPr>
              <a:t>Select</a:t>
            </a:r>
            <a:endParaRPr lang="pt-BR" sz="2800" dirty="0">
              <a:solidFill>
                <a:srgbClr val="00B0F0"/>
              </a:solidFill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5AE02264-94A9-3AE1-3044-9164A5CB0C10}"/>
              </a:ext>
            </a:extLst>
          </p:cNvPr>
          <p:cNvSpPr txBox="1"/>
          <p:nvPr/>
        </p:nvSpPr>
        <p:spPr>
          <a:xfrm>
            <a:off x="318500" y="1203273"/>
            <a:ext cx="10644026" cy="28623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//Sintaxe de método</a:t>
            </a:r>
            <a:endParaRPr lang="pt-B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pt-B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List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&lt;Aluno&gt; lista = </a:t>
            </a:r>
            <a:r>
              <a:rPr lang="pt-B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FonteDados.GetAlunos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().</a:t>
            </a:r>
            <a:r>
              <a:rPr lang="pt-B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Select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(a=&gt; </a:t>
            </a:r>
            <a:r>
              <a:rPr lang="pt-BR" sz="1800" dirty="0">
                <a:solidFill>
                  <a:srgbClr val="7030A0"/>
                </a:solidFill>
                <a:latin typeface="Cascadia Mono" panose="020B0609020000020004" pitchFamily="49" charset="0"/>
              </a:rPr>
              <a:t>new Aluno()</a:t>
            </a:r>
            <a:br>
              <a:rPr lang="pt-BR" sz="1800" dirty="0">
                <a:solidFill>
                  <a:srgbClr val="7030A0"/>
                </a:solidFill>
                <a:latin typeface="Cascadia Mono" panose="020B0609020000020004" pitchFamily="49" charset="0"/>
              </a:rPr>
            </a:b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                   {      </a:t>
            </a:r>
          </a:p>
          <a:p>
            <a:r>
              <a:rPr lang="pt-BR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                      Nome = </a:t>
            </a:r>
            <a:r>
              <a:rPr lang="pt-BR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a.Nome</a:t>
            </a:r>
            <a:r>
              <a:rPr lang="pt-BR" dirty="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  <a:br>
              <a:rPr lang="pt-BR" dirty="0">
                <a:solidFill>
                  <a:srgbClr val="000000"/>
                </a:solidFill>
                <a:latin typeface="Cascadia Mono" panose="020B0609020000020004" pitchFamily="49" charset="0"/>
              </a:rPr>
            </a:br>
            <a:r>
              <a:rPr lang="pt-BR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                      Idade = </a:t>
            </a:r>
            <a:r>
              <a:rPr lang="pt-BR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a.Idade</a:t>
            </a:r>
            <a:r>
              <a:rPr lang="pt-BR" dirty="0">
                <a:solidFill>
                  <a:srgbClr val="000000"/>
                </a:solidFill>
                <a:latin typeface="Cascadia Mono" panose="020B0609020000020004" pitchFamily="49" charset="0"/>
              </a:rPr>
              <a:t>  </a:t>
            </a:r>
          </a:p>
          <a:p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                   })</a:t>
            </a:r>
            <a:r>
              <a:rPr lang="pt-BR" sz="1800" dirty="0">
                <a:solidFill>
                  <a:srgbClr val="7030A0"/>
                </a:solidFill>
                <a:latin typeface="Cascadia Mono" panose="020B0609020000020004" pitchFamily="49" charset="0"/>
              </a:rPr>
              <a:t>.</a:t>
            </a:r>
            <a:r>
              <a:rPr lang="pt-BR" sz="1800" dirty="0" err="1">
                <a:solidFill>
                  <a:srgbClr val="7030A0"/>
                </a:solidFill>
                <a:latin typeface="Cascadia Mono" panose="020B0609020000020004" pitchFamily="49" charset="0"/>
              </a:rPr>
              <a:t>ToList</a:t>
            </a:r>
            <a:r>
              <a:rPr lang="pt-BR" sz="1800" dirty="0">
                <a:solidFill>
                  <a:srgbClr val="7030A0"/>
                </a:solidFill>
                <a:latin typeface="Cascadia Mono" panose="020B0609020000020004" pitchFamily="49" charset="0"/>
              </a:rPr>
              <a:t>();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</a:p>
          <a:p>
            <a:endParaRPr lang="pt-BR" sz="1800" dirty="0">
              <a:solidFill>
                <a:srgbClr val="0000FF"/>
              </a:solidFill>
              <a:latin typeface="Cascadia Mono" panose="020B0609020000020004" pitchFamily="49" charset="0"/>
            </a:endParaRPr>
          </a:p>
          <a:p>
            <a:r>
              <a:rPr lang="pt-B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foreach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(var aluno </a:t>
            </a:r>
            <a:r>
              <a:rPr lang="pt-B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lista)</a:t>
            </a:r>
          </a:p>
          <a:p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pt-B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pt-B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$"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r>
              <a:rPr lang="pt-B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aluno.Nome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r>
              <a:rPr lang="pt-B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 : 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r>
              <a:rPr lang="pt-B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aluno.Idade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r>
              <a:rPr lang="pt-B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39E4B2A-3748-EA2D-8FC4-49175E742B53}"/>
              </a:ext>
            </a:extLst>
          </p:cNvPr>
          <p:cNvSpPr txBox="1"/>
          <p:nvPr/>
        </p:nvSpPr>
        <p:spPr>
          <a:xfrm>
            <a:off x="332197" y="755790"/>
            <a:ext cx="103940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Seleciona um novo formato do mesmo tipo obtendo apenas o </a:t>
            </a:r>
            <a:r>
              <a:rPr lang="pt-BR" sz="2400" dirty="0">
                <a:solidFill>
                  <a:srgbClr val="FFC000"/>
                </a:solidFill>
              </a:rPr>
              <a:t>Nome e a Idade</a:t>
            </a:r>
          </a:p>
        </p:txBody>
      </p:sp>
    </p:spTree>
    <p:extLst>
      <p:ext uri="{BB962C8B-B14F-4D97-AF65-F5344CB8AC3E}">
        <p14:creationId xmlns:p14="http://schemas.microsoft.com/office/powerpoint/2010/main" val="18800829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ço Reservado para o Número do Slide 15">
            <a:extLst>
              <a:ext uri="{FF2B5EF4-FFF2-40B4-BE49-F238E27FC236}">
                <a16:creationId xmlns:a16="http://schemas.microsoft.com/office/drawing/2014/main" id="{3F8A62C8-5437-4C47-AC0F-0605F84CB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rtlCol="0"/>
          <a:lstStyle/>
          <a:p>
            <a:pPr rtl="0"/>
            <a:fld id="{DBA1B0FB-D917-4C8C-928F-313BD683BF39}" type="slidenum">
              <a:rPr lang="pt-BR" smtClean="0"/>
              <a:pPr rtl="0"/>
              <a:t>6</a:t>
            </a:fld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2C9D293-3245-92D5-D60D-D7079C7C972B}"/>
              </a:ext>
            </a:extLst>
          </p:cNvPr>
          <p:cNvSpPr txBox="1"/>
          <p:nvPr/>
        </p:nvSpPr>
        <p:spPr>
          <a:xfrm>
            <a:off x="168524" y="89332"/>
            <a:ext cx="76603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LINQ – </a:t>
            </a:r>
            <a:r>
              <a:rPr lang="pt-BR" sz="2800" dirty="0" err="1">
                <a:solidFill>
                  <a:srgbClr val="00B0F0"/>
                </a:solidFill>
              </a:rPr>
              <a:t>Select</a:t>
            </a:r>
            <a:endParaRPr lang="pt-BR" sz="2800" dirty="0">
              <a:solidFill>
                <a:srgbClr val="00B0F0"/>
              </a:solidFill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5AE02264-94A9-3AE1-3044-9164A5CB0C10}"/>
              </a:ext>
            </a:extLst>
          </p:cNvPr>
          <p:cNvSpPr txBox="1"/>
          <p:nvPr/>
        </p:nvSpPr>
        <p:spPr>
          <a:xfrm>
            <a:off x="318500" y="1203273"/>
            <a:ext cx="10644026" cy="313932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//Sintaxe de método</a:t>
            </a:r>
            <a:endParaRPr lang="pt-B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pt-BR" dirty="0">
                <a:solidFill>
                  <a:srgbClr val="000000"/>
                </a:solidFill>
                <a:latin typeface="Cascadia Mono" panose="020B0609020000020004" pitchFamily="49" charset="0"/>
              </a:rPr>
              <a:t>v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ar </a:t>
            </a:r>
            <a:r>
              <a:rPr lang="pt-B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alunosTipoAnonimo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pt-B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FonteDados.GetAlunos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().</a:t>
            </a:r>
            <a:r>
              <a:rPr lang="pt-B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Select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(a=&gt; </a:t>
            </a:r>
            <a:r>
              <a:rPr lang="pt-BR" sz="1800" dirty="0">
                <a:solidFill>
                  <a:srgbClr val="7030A0"/>
                </a:solidFill>
                <a:latin typeface="Cascadia Mono" panose="020B0609020000020004" pitchFamily="49" charset="0"/>
              </a:rPr>
              <a:t>new</a:t>
            </a:r>
            <a:br>
              <a:rPr lang="pt-BR" sz="1800" dirty="0">
                <a:solidFill>
                  <a:srgbClr val="7030A0"/>
                </a:solidFill>
                <a:latin typeface="Cascadia Mono" panose="020B0609020000020004" pitchFamily="49" charset="0"/>
              </a:rPr>
            </a:b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                      {      </a:t>
            </a:r>
          </a:p>
          <a:p>
            <a:r>
              <a:rPr lang="pt-BR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                        </a:t>
            </a:r>
            <a:r>
              <a:rPr lang="pt-BR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NomeAluno</a:t>
            </a:r>
            <a:r>
              <a:rPr lang="pt-BR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pt-BR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a.Nome</a:t>
            </a:r>
            <a:r>
              <a:rPr lang="pt-BR" dirty="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  <a:br>
              <a:rPr lang="pt-BR" dirty="0">
                <a:solidFill>
                  <a:srgbClr val="000000"/>
                </a:solidFill>
                <a:latin typeface="Cascadia Mono" panose="020B0609020000020004" pitchFamily="49" charset="0"/>
              </a:rPr>
            </a:br>
            <a:r>
              <a:rPr lang="pt-BR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                        </a:t>
            </a:r>
            <a:r>
              <a:rPr lang="pt-BR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IdadeAluno</a:t>
            </a:r>
            <a:r>
              <a:rPr lang="pt-BR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pt-BR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a.Idade</a:t>
            </a:r>
            <a:r>
              <a:rPr lang="pt-BR" dirty="0">
                <a:solidFill>
                  <a:srgbClr val="000000"/>
                </a:solidFill>
                <a:latin typeface="Cascadia Mono" panose="020B0609020000020004" pitchFamily="49" charset="0"/>
              </a:rPr>
              <a:t>  </a:t>
            </a:r>
            <a:br>
              <a:rPr lang="pt-BR" dirty="0">
                <a:solidFill>
                  <a:srgbClr val="000000"/>
                </a:solidFill>
                <a:latin typeface="Cascadia Mono" panose="020B0609020000020004" pitchFamily="49" charset="0"/>
              </a:rPr>
            </a:br>
            <a:r>
              <a:rPr lang="pt-BR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                        </a:t>
            </a:r>
            <a:r>
              <a:rPr lang="pt-BR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NotaAluno</a:t>
            </a:r>
            <a:r>
              <a:rPr lang="pt-BR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pt-BR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a.Nota</a:t>
            </a:r>
            <a:r>
              <a:rPr lang="pt-BR" dirty="0">
                <a:solidFill>
                  <a:srgbClr val="000000"/>
                </a:solidFill>
                <a:latin typeface="Cascadia Mono" panose="020B0609020000020004" pitchFamily="49" charset="0"/>
              </a:rPr>
              <a:t>  </a:t>
            </a:r>
          </a:p>
          <a:p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                      }</a:t>
            </a:r>
            <a:r>
              <a:rPr lang="pt-BR" sz="1800" dirty="0">
                <a:solidFill>
                  <a:srgbClr val="7030A0"/>
                </a:solidFill>
                <a:latin typeface="Cascadia Mono" panose="020B0609020000020004" pitchFamily="49" charset="0"/>
              </a:rPr>
              <a:t>.</a:t>
            </a:r>
            <a:r>
              <a:rPr lang="pt-BR" sz="1800" dirty="0" err="1">
                <a:solidFill>
                  <a:srgbClr val="7030A0"/>
                </a:solidFill>
                <a:latin typeface="Cascadia Mono" panose="020B0609020000020004" pitchFamily="49" charset="0"/>
              </a:rPr>
              <a:t>ToList</a:t>
            </a:r>
            <a:r>
              <a:rPr lang="pt-BR" sz="1800" dirty="0">
                <a:solidFill>
                  <a:srgbClr val="7030A0"/>
                </a:solidFill>
                <a:latin typeface="Cascadia Mono" panose="020B0609020000020004" pitchFamily="49" charset="0"/>
              </a:rPr>
              <a:t>();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</a:p>
          <a:p>
            <a:endParaRPr lang="pt-BR" sz="1800" dirty="0">
              <a:solidFill>
                <a:srgbClr val="0000FF"/>
              </a:solidFill>
              <a:latin typeface="Cascadia Mono" panose="020B0609020000020004" pitchFamily="49" charset="0"/>
            </a:endParaRPr>
          </a:p>
          <a:p>
            <a:r>
              <a:rPr lang="pt-B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foreach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(var aluno </a:t>
            </a:r>
            <a:r>
              <a:rPr lang="pt-B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alunosTipoAnonimo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</a:t>
            </a:r>
            <a:r>
              <a:rPr lang="pt-B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pt-B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$"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r>
              <a:rPr lang="pt-B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aluno.NomeAluno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r>
              <a:rPr lang="pt-B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 : 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r>
              <a:rPr lang="pt-B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aluno.IdadeAluno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r>
              <a:rPr lang="pt-B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39E4B2A-3748-EA2D-8FC4-49175E742B53}"/>
              </a:ext>
            </a:extLst>
          </p:cNvPr>
          <p:cNvSpPr txBox="1"/>
          <p:nvPr/>
        </p:nvSpPr>
        <p:spPr>
          <a:xfrm>
            <a:off x="332197" y="755790"/>
            <a:ext cx="89864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Criando uma projeção para um tipo anônimo </a:t>
            </a:r>
          </a:p>
        </p:txBody>
      </p:sp>
    </p:spTree>
    <p:extLst>
      <p:ext uri="{BB962C8B-B14F-4D97-AF65-F5344CB8AC3E}">
        <p14:creationId xmlns:p14="http://schemas.microsoft.com/office/powerpoint/2010/main" val="10203347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ço Reservado para o Número do Slide 15">
            <a:extLst>
              <a:ext uri="{FF2B5EF4-FFF2-40B4-BE49-F238E27FC236}">
                <a16:creationId xmlns:a16="http://schemas.microsoft.com/office/drawing/2014/main" id="{3F8A62C8-5437-4C47-AC0F-0605F84CB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rtlCol="0"/>
          <a:lstStyle/>
          <a:p>
            <a:pPr rtl="0"/>
            <a:fld id="{DBA1B0FB-D917-4C8C-928F-313BD683BF39}" type="slidenum">
              <a:rPr lang="pt-BR" smtClean="0"/>
              <a:pPr rtl="0"/>
              <a:t>7</a:t>
            </a:fld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2C9D293-3245-92D5-D60D-D7079C7C972B}"/>
              </a:ext>
            </a:extLst>
          </p:cNvPr>
          <p:cNvSpPr txBox="1"/>
          <p:nvPr/>
        </p:nvSpPr>
        <p:spPr>
          <a:xfrm>
            <a:off x="168524" y="89332"/>
            <a:ext cx="76603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LINQ – </a:t>
            </a:r>
            <a:r>
              <a:rPr lang="pt-BR" sz="2800" dirty="0" err="1">
                <a:solidFill>
                  <a:srgbClr val="00B0F0"/>
                </a:solidFill>
              </a:rPr>
              <a:t>Select</a:t>
            </a:r>
            <a:endParaRPr lang="pt-BR" sz="2800" dirty="0">
              <a:solidFill>
                <a:srgbClr val="00B0F0"/>
              </a:solidFill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5AE02264-94A9-3AE1-3044-9164A5CB0C10}"/>
              </a:ext>
            </a:extLst>
          </p:cNvPr>
          <p:cNvSpPr txBox="1"/>
          <p:nvPr/>
        </p:nvSpPr>
        <p:spPr>
          <a:xfrm>
            <a:off x="318499" y="1203273"/>
            <a:ext cx="11671443" cy="307776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//Sintaxe de método</a:t>
            </a:r>
            <a:endParaRPr lang="pt-B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alunosTipoAnonimo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pt-B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FonteDados.GetFuncionarios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().</a:t>
            </a:r>
            <a:r>
              <a:rPr lang="pt-B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Select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(f =&gt; </a:t>
            </a:r>
            <a:r>
              <a:rPr lang="pt-B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endParaRPr lang="pt-B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lvl="8"/>
            <a:r>
              <a:rPr lang="pt-BR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{</a:t>
            </a:r>
          </a:p>
          <a:p>
            <a:pPr lvl="8"/>
            <a:r>
              <a:rPr lang="pt-BR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</a:t>
            </a:r>
            <a:r>
              <a:rPr lang="pt-BR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NomeAluno</a:t>
            </a:r>
            <a:r>
              <a:rPr lang="pt-BR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pt-BR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f.Nome</a:t>
            </a:r>
            <a:r>
              <a:rPr lang="pt-BR" dirty="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</a:p>
          <a:p>
            <a:pPr lvl="8"/>
            <a:r>
              <a:rPr lang="pt-BR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</a:t>
            </a:r>
            <a:r>
              <a:rPr lang="pt-BR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IdadeAluno</a:t>
            </a:r>
            <a:r>
              <a:rPr lang="pt-BR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pt-BR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f.Idade</a:t>
            </a:r>
            <a:r>
              <a:rPr lang="pt-BR" dirty="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</a:p>
          <a:p>
            <a:pPr lvl="8"/>
            <a:r>
              <a:rPr lang="pt-BR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</a:t>
            </a:r>
            <a:r>
              <a:rPr lang="pt-BR" b="1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SalarioAnual</a:t>
            </a:r>
            <a:r>
              <a:rPr lang="pt-BR" b="1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pt-BR" b="1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f.Salario</a:t>
            </a:r>
            <a:r>
              <a:rPr lang="pt-BR" b="1" dirty="0">
                <a:solidFill>
                  <a:srgbClr val="000000"/>
                </a:solidFill>
                <a:latin typeface="Cascadia Mono" panose="020B0609020000020004" pitchFamily="49" charset="0"/>
              </a:rPr>
              <a:t> * 12</a:t>
            </a:r>
          </a:p>
          <a:p>
            <a:pPr lvl="8"/>
            <a:r>
              <a:rPr lang="pt-BR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}).</a:t>
            </a:r>
            <a:r>
              <a:rPr lang="pt-BR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ToList</a:t>
            </a:r>
            <a:r>
              <a:rPr lang="pt-BR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endParaRPr lang="pt-BR" sz="1800" dirty="0">
              <a:solidFill>
                <a:srgbClr val="0000FF"/>
              </a:solidFill>
              <a:latin typeface="Cascadia Mono" panose="020B0609020000020004" pitchFamily="49" charset="0"/>
            </a:endParaRPr>
          </a:p>
          <a:p>
            <a:r>
              <a:rPr lang="it-IT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foreach</a:t>
            </a:r>
            <a:r>
              <a:rPr lang="it-IT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(var aluno </a:t>
            </a:r>
            <a:r>
              <a:rPr lang="it-IT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</a:t>
            </a:r>
            <a:r>
              <a:rPr lang="it-IT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alunosTipoAnonimo)</a:t>
            </a:r>
          </a:p>
          <a:p>
            <a:r>
              <a:rPr lang="pt-B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</a:t>
            </a:r>
            <a:r>
              <a:rPr lang="pt-BR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pt-B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pt-BR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$"</a:t>
            </a:r>
            <a:r>
              <a:rPr lang="pt-B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r>
              <a:rPr lang="pt-BR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aluno.NomeAluno</a:t>
            </a:r>
            <a:r>
              <a:rPr lang="pt-B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r>
              <a:rPr lang="pt-BR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 :</a:t>
            </a:r>
            <a:r>
              <a:rPr lang="pt-B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r>
              <a:rPr lang="pt-BR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aluno.IdadeAluno</a:t>
            </a:r>
            <a:r>
              <a:rPr lang="pt-B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} </a:t>
            </a:r>
            <a:r>
              <a:rPr lang="pt-BR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aluno.SalarioAnual.ToString</a:t>
            </a:r>
            <a:r>
              <a:rPr lang="pt-B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pt-BR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"c"</a:t>
            </a:r>
            <a:r>
              <a:rPr lang="pt-B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)}</a:t>
            </a:r>
            <a:r>
              <a:rPr lang="pt-BR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pt-B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  <a:endParaRPr lang="pt-BR" sz="1600" dirty="0"/>
          </a:p>
          <a:p>
            <a:endParaRPr lang="pt-BR" sz="1600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39E4B2A-3748-EA2D-8FC4-49175E742B53}"/>
              </a:ext>
            </a:extLst>
          </p:cNvPr>
          <p:cNvSpPr txBox="1"/>
          <p:nvPr/>
        </p:nvSpPr>
        <p:spPr>
          <a:xfrm>
            <a:off x="332197" y="755790"/>
            <a:ext cx="89864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Realizando cálculos com o operador </a:t>
            </a:r>
            <a:r>
              <a:rPr lang="pt-BR" sz="2400" dirty="0" err="1"/>
              <a:t>Select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5988905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ço Reservado para o Número do Slide 15">
            <a:extLst>
              <a:ext uri="{FF2B5EF4-FFF2-40B4-BE49-F238E27FC236}">
                <a16:creationId xmlns:a16="http://schemas.microsoft.com/office/drawing/2014/main" id="{3F8A62C8-5437-4C47-AC0F-0605F84CB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rtlCol="0"/>
          <a:lstStyle/>
          <a:p>
            <a:pPr rtl="0"/>
            <a:fld id="{DBA1B0FB-D917-4C8C-928F-313BD683BF39}" type="slidenum">
              <a:rPr lang="pt-BR" smtClean="0"/>
              <a:pPr rtl="0"/>
              <a:t>8</a:t>
            </a:fld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2C9D293-3245-92D5-D60D-D7079C7C972B}"/>
              </a:ext>
            </a:extLst>
          </p:cNvPr>
          <p:cNvSpPr txBox="1"/>
          <p:nvPr/>
        </p:nvSpPr>
        <p:spPr>
          <a:xfrm>
            <a:off x="106879" y="128326"/>
            <a:ext cx="76603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LINQ – </a:t>
            </a:r>
            <a:r>
              <a:rPr lang="pt-BR" sz="2800" dirty="0" err="1">
                <a:solidFill>
                  <a:srgbClr val="00B0F0"/>
                </a:solidFill>
              </a:rPr>
              <a:t>SelectMany</a:t>
            </a:r>
            <a:endParaRPr lang="pt-BR" sz="2800" dirty="0">
              <a:solidFill>
                <a:srgbClr val="00B0F0"/>
              </a:solidFill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99A3BB08-4208-3BCF-D4BA-FA7F89201493}"/>
              </a:ext>
            </a:extLst>
          </p:cNvPr>
          <p:cNvSpPr txBox="1"/>
          <p:nvPr/>
        </p:nvSpPr>
        <p:spPr>
          <a:xfrm>
            <a:off x="219895" y="874597"/>
            <a:ext cx="112876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400" dirty="0"/>
              <a:t>- </a:t>
            </a:r>
            <a:r>
              <a:rPr lang="pt-BR" sz="2400" dirty="0"/>
              <a:t>É usado para projetar cada elemento de uma sequência para um </a:t>
            </a:r>
            <a:r>
              <a:rPr lang="pt-BR" sz="2400" dirty="0" err="1">
                <a:solidFill>
                  <a:srgbClr val="00B0F0"/>
                </a:solidFill>
              </a:rPr>
              <a:t>IEnumerable</a:t>
            </a:r>
            <a:r>
              <a:rPr lang="pt-BR" sz="2400" dirty="0">
                <a:solidFill>
                  <a:srgbClr val="00B0F0"/>
                </a:solidFill>
              </a:rPr>
              <a:t>&lt;T&gt;</a:t>
            </a:r>
            <a:r>
              <a:rPr lang="pt-BR" sz="2400" dirty="0"/>
              <a:t> e, em seguida, nivelar as sequências resultantes em uma sequência. </a:t>
            </a:r>
            <a:endParaRPr lang="pt-BR" sz="2400" dirty="0">
              <a:solidFill>
                <a:srgbClr val="FFC000"/>
              </a:solidFill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465F528-7BAC-C1EC-C037-9B9A178207E7}"/>
              </a:ext>
            </a:extLst>
          </p:cNvPr>
          <p:cNvSpPr txBox="1"/>
          <p:nvPr/>
        </p:nvSpPr>
        <p:spPr>
          <a:xfrm>
            <a:off x="219895" y="2041868"/>
            <a:ext cx="112876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- </a:t>
            </a:r>
            <a:r>
              <a:rPr lang="pt-BR" sz="2400" dirty="0" err="1"/>
              <a:t>SelectMany</a:t>
            </a:r>
            <a:r>
              <a:rPr lang="pt-BR" sz="2400" dirty="0"/>
              <a:t> combina os registros de uma sequência de resultados e os converte em um resultado.</a:t>
            </a:r>
            <a:endParaRPr lang="pt-BR" sz="2400" dirty="0">
              <a:solidFill>
                <a:srgbClr val="00B0F0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28F190A-1A6B-29BE-6328-60BEA935E8B5}"/>
              </a:ext>
            </a:extLst>
          </p:cNvPr>
          <p:cNvSpPr txBox="1"/>
          <p:nvPr/>
        </p:nvSpPr>
        <p:spPr>
          <a:xfrm>
            <a:off x="219895" y="3275405"/>
            <a:ext cx="112876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- Ele transforma  um  </a:t>
            </a:r>
            <a:r>
              <a:rPr lang="pt-BR" sz="2400" dirty="0" err="1">
                <a:solidFill>
                  <a:srgbClr val="FFC000"/>
                </a:solidFill>
              </a:rPr>
              <a:t>IEnumerable</a:t>
            </a:r>
            <a:r>
              <a:rPr lang="pt-BR" sz="2400" dirty="0">
                <a:solidFill>
                  <a:srgbClr val="FFC000"/>
                </a:solidFill>
              </a:rPr>
              <a:t>&lt;</a:t>
            </a:r>
            <a:r>
              <a:rPr lang="pt-BR" sz="2400" dirty="0" err="1">
                <a:solidFill>
                  <a:srgbClr val="FFC000"/>
                </a:solidFill>
              </a:rPr>
              <a:t>IEnumerable</a:t>
            </a:r>
            <a:r>
              <a:rPr lang="pt-BR" sz="2400" dirty="0">
                <a:solidFill>
                  <a:srgbClr val="FFC000"/>
                </a:solidFill>
              </a:rPr>
              <a:t>&lt;T&gt;&gt; </a:t>
            </a:r>
            <a:r>
              <a:rPr lang="pt-BR" sz="2400" dirty="0"/>
              <a:t>em </a:t>
            </a:r>
            <a:r>
              <a:rPr lang="pt-BR" sz="2400" dirty="0" err="1">
                <a:solidFill>
                  <a:srgbClr val="00B0F0"/>
                </a:solidFill>
              </a:rPr>
              <a:t>IEnumerable</a:t>
            </a:r>
            <a:r>
              <a:rPr lang="pt-BR" sz="2400" dirty="0">
                <a:solidFill>
                  <a:srgbClr val="00B0F0"/>
                </a:solidFill>
              </a:rPr>
              <a:t>&lt;T&gt;</a:t>
            </a:r>
            <a:r>
              <a:rPr lang="pt-BR" sz="2400" dirty="0"/>
              <a:t>, ou seja, uma  </a:t>
            </a:r>
            <a:r>
              <a:rPr lang="pt-BR" sz="2400" dirty="0">
                <a:solidFill>
                  <a:srgbClr val="FFC000"/>
                </a:solidFill>
              </a:rPr>
              <a:t>lista de lista </a:t>
            </a:r>
            <a:r>
              <a:rPr lang="pt-BR" sz="2400" dirty="0"/>
              <a:t>para uma </a:t>
            </a:r>
            <a:r>
              <a:rPr lang="pt-BR" sz="2400" dirty="0">
                <a:solidFill>
                  <a:srgbClr val="00B0F0"/>
                </a:solidFill>
              </a:rPr>
              <a:t>lista</a:t>
            </a:r>
            <a:r>
              <a:rPr lang="pt-BR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25701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ço Reservado para o Número do Slide 15">
            <a:extLst>
              <a:ext uri="{FF2B5EF4-FFF2-40B4-BE49-F238E27FC236}">
                <a16:creationId xmlns:a16="http://schemas.microsoft.com/office/drawing/2014/main" id="{3F8A62C8-5437-4C47-AC0F-0605F84CB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rtlCol="0"/>
          <a:lstStyle/>
          <a:p>
            <a:pPr rtl="0"/>
            <a:fld id="{DBA1B0FB-D917-4C8C-928F-313BD683BF39}" type="slidenum">
              <a:rPr lang="pt-BR" smtClean="0"/>
              <a:pPr rtl="0"/>
              <a:t>9</a:t>
            </a:fld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2C9D293-3245-92D5-D60D-D7079C7C972B}"/>
              </a:ext>
            </a:extLst>
          </p:cNvPr>
          <p:cNvSpPr txBox="1"/>
          <p:nvPr/>
        </p:nvSpPr>
        <p:spPr>
          <a:xfrm>
            <a:off x="168524" y="89332"/>
            <a:ext cx="76603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LINQ – </a:t>
            </a:r>
            <a:r>
              <a:rPr lang="pt-BR" sz="2800" dirty="0" err="1">
                <a:solidFill>
                  <a:srgbClr val="00B0F0"/>
                </a:solidFill>
              </a:rPr>
              <a:t>SelectMany</a:t>
            </a:r>
            <a:endParaRPr lang="pt-BR" sz="2800" dirty="0">
              <a:solidFill>
                <a:srgbClr val="00B0F0"/>
              </a:solidFill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5AE02264-94A9-3AE1-3044-9164A5CB0C10}"/>
              </a:ext>
            </a:extLst>
          </p:cNvPr>
          <p:cNvSpPr txBox="1"/>
          <p:nvPr/>
        </p:nvSpPr>
        <p:spPr>
          <a:xfrm>
            <a:off x="318499" y="1203273"/>
            <a:ext cx="11671443" cy="36933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//Sintaxe de método</a:t>
            </a:r>
            <a:endParaRPr lang="pt-B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pt-B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List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pt-B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List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pt-B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&gt;&gt; listas = </a:t>
            </a:r>
            <a:r>
              <a:rPr lang="pt-B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List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pt-B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List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pt-B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&gt;&gt; {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List&lt;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&gt; {1, 2, 3},</a:t>
            </a:r>
          </a:p>
          <a:p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pt-B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List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pt-B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&gt; {12},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List&lt;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&gt; {5, 6, 5, 7},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List&lt;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&gt; {10, 12, 12, 13}</a:t>
            </a:r>
          </a:p>
          <a:p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};</a:t>
            </a:r>
          </a:p>
          <a:p>
            <a:endParaRPr lang="pt-B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s-E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IEnumerable</a:t>
            </a:r>
            <a:r>
              <a:rPr lang="es-E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s-ES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s-E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&gt; resultado = </a:t>
            </a:r>
            <a:r>
              <a:rPr lang="es-E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listas.SelectMany</a:t>
            </a:r>
            <a:r>
              <a:rPr lang="es-E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(lista =&gt; lista);</a:t>
            </a:r>
          </a:p>
          <a:p>
            <a:endParaRPr lang="pt-B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 retornará { 1, 2, 3, 12, 5, 6, 5, 7, 10, 11,12, 13 }</a:t>
            </a:r>
            <a:endParaRPr lang="pt-B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sv-SE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foreach</a:t>
            </a:r>
            <a:r>
              <a:rPr lang="sv-SE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(var i </a:t>
            </a:r>
            <a:r>
              <a:rPr lang="sv-SE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</a:t>
            </a:r>
            <a:r>
              <a:rPr lang="sv-SE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resultado)</a:t>
            </a:r>
          </a:p>
          <a:p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pt-B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(i);</a:t>
            </a:r>
            <a:endParaRPr lang="pt-BR" sz="1600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39E4B2A-3748-EA2D-8FC4-49175E742B53}"/>
              </a:ext>
            </a:extLst>
          </p:cNvPr>
          <p:cNvSpPr txBox="1"/>
          <p:nvPr/>
        </p:nvSpPr>
        <p:spPr>
          <a:xfrm>
            <a:off x="332197" y="755790"/>
            <a:ext cx="89864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Projeta cada elemento das sequências em um </a:t>
            </a:r>
            <a:r>
              <a:rPr lang="pt-BR" sz="2400" dirty="0" err="1"/>
              <a:t>IEnumerable</a:t>
            </a:r>
            <a:r>
              <a:rPr lang="pt-BR" sz="2400" dirty="0"/>
              <a:t>&lt;T&gt;</a:t>
            </a:r>
          </a:p>
        </p:txBody>
      </p:sp>
    </p:spTree>
    <p:extLst>
      <p:ext uri="{BB962C8B-B14F-4D97-AF65-F5344CB8AC3E}">
        <p14:creationId xmlns:p14="http://schemas.microsoft.com/office/powerpoint/2010/main" val="2459986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ço Reservado para o Número do Slide 15">
            <a:extLst>
              <a:ext uri="{FF2B5EF4-FFF2-40B4-BE49-F238E27FC236}">
                <a16:creationId xmlns:a16="http://schemas.microsoft.com/office/drawing/2014/main" id="{3F8A62C8-5437-4C47-AC0F-0605F84CB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rtlCol="0"/>
          <a:lstStyle/>
          <a:p>
            <a:pPr rtl="0"/>
            <a:fld id="{DBA1B0FB-D917-4C8C-928F-313BD683BF39}" type="slidenum">
              <a:rPr lang="pt-BR" smtClean="0"/>
              <a:pPr rtl="0"/>
              <a:t>10</a:t>
            </a:fld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2C9D293-3245-92D5-D60D-D7079C7C972B}"/>
              </a:ext>
            </a:extLst>
          </p:cNvPr>
          <p:cNvSpPr txBox="1"/>
          <p:nvPr/>
        </p:nvSpPr>
        <p:spPr>
          <a:xfrm>
            <a:off x="168524" y="89332"/>
            <a:ext cx="76603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LINQ – Comparando </a:t>
            </a:r>
            <a:r>
              <a:rPr lang="pt-BR" sz="2800" dirty="0" err="1">
                <a:solidFill>
                  <a:srgbClr val="00B0F0"/>
                </a:solidFill>
              </a:rPr>
              <a:t>Select</a:t>
            </a:r>
            <a:r>
              <a:rPr lang="pt-BR" sz="2800" dirty="0">
                <a:solidFill>
                  <a:srgbClr val="00B0F0"/>
                </a:solidFill>
              </a:rPr>
              <a:t> com </a:t>
            </a:r>
            <a:r>
              <a:rPr lang="pt-BR" sz="2800" dirty="0" err="1">
                <a:solidFill>
                  <a:srgbClr val="00B0F0"/>
                </a:solidFill>
              </a:rPr>
              <a:t>SelectMany</a:t>
            </a:r>
            <a:endParaRPr lang="pt-BR" sz="2800" dirty="0">
              <a:solidFill>
                <a:srgbClr val="00B0F0"/>
              </a:solidFill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5AE02264-94A9-3AE1-3044-9164A5CB0C10}"/>
              </a:ext>
            </a:extLst>
          </p:cNvPr>
          <p:cNvSpPr txBox="1"/>
          <p:nvPr/>
        </p:nvSpPr>
        <p:spPr>
          <a:xfrm>
            <a:off x="287676" y="1060035"/>
            <a:ext cx="10787865" cy="255454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IEnumerable</a:t>
            </a:r>
            <a:r>
              <a:rPr lang="pt-B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pt-BR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List</a:t>
            </a:r>
            <a:r>
              <a:rPr lang="pt-B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pt-BR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String</a:t>
            </a:r>
            <a:r>
              <a:rPr lang="pt-B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&gt;&gt; </a:t>
            </a:r>
            <a:r>
              <a:rPr lang="pt-BR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retornoSelect</a:t>
            </a:r>
            <a:r>
              <a:rPr lang="pt-B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pt-BR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FonteDados.GetAlunos</a:t>
            </a:r>
            <a:r>
              <a:rPr lang="pt-B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().</a:t>
            </a:r>
            <a:r>
              <a:rPr lang="pt-BR" sz="1600" b="1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Select</a:t>
            </a:r>
            <a:r>
              <a:rPr lang="pt-B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(c =&gt; </a:t>
            </a:r>
            <a:r>
              <a:rPr lang="pt-BR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c.Cursos</a:t>
            </a:r>
            <a:r>
              <a:rPr lang="pt-B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endParaRPr lang="pt-BR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pt-BR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foreach</a:t>
            </a:r>
            <a:r>
              <a:rPr lang="pt-B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pt-BR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List</a:t>
            </a:r>
            <a:r>
              <a:rPr lang="pt-B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pt-BR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String</a:t>
            </a:r>
            <a:r>
              <a:rPr lang="pt-B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&gt; </a:t>
            </a:r>
            <a:r>
              <a:rPr lang="pt-BR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listasCursos</a:t>
            </a:r>
            <a:r>
              <a:rPr lang="pt-B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in </a:t>
            </a:r>
            <a:r>
              <a:rPr lang="pt-BR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retornoSelect</a:t>
            </a:r>
            <a:r>
              <a:rPr lang="pt-B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pt-B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pt-B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pt-BR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foreach</a:t>
            </a:r>
            <a:r>
              <a:rPr lang="pt-B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pt-BR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string</a:t>
            </a:r>
            <a:r>
              <a:rPr lang="pt-B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curso in </a:t>
            </a:r>
            <a:r>
              <a:rPr lang="pt-BR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listasCursos</a:t>
            </a:r>
            <a:r>
              <a:rPr lang="pt-B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pt-B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pt-B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pt-BR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</a:t>
            </a:r>
            <a:r>
              <a:rPr lang="pt-B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($"{curso} ");</a:t>
            </a:r>
          </a:p>
          <a:p>
            <a:r>
              <a:rPr lang="pt-B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pt-B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pt-BR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pt-B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pt-B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39E4B2A-3748-EA2D-8FC4-49175E742B53}"/>
              </a:ext>
            </a:extLst>
          </p:cNvPr>
          <p:cNvSpPr txBox="1"/>
          <p:nvPr/>
        </p:nvSpPr>
        <p:spPr>
          <a:xfrm>
            <a:off x="301374" y="612552"/>
            <a:ext cx="89864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 err="1">
                <a:solidFill>
                  <a:srgbClr val="00B0F0"/>
                </a:solidFill>
              </a:rPr>
              <a:t>Select</a:t>
            </a:r>
            <a:endParaRPr lang="pt-BR" sz="2400" dirty="0">
              <a:solidFill>
                <a:srgbClr val="00B0F0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99B60C1-478F-22A0-D4BA-3AD6B7B57597}"/>
              </a:ext>
            </a:extLst>
          </p:cNvPr>
          <p:cNvSpPr txBox="1"/>
          <p:nvPr/>
        </p:nvSpPr>
        <p:spPr>
          <a:xfrm>
            <a:off x="273978" y="4414332"/>
            <a:ext cx="10787865" cy="15696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IEnumerable</a:t>
            </a:r>
            <a:r>
              <a:rPr lang="pt-B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pt-BR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string</a:t>
            </a:r>
            <a:r>
              <a:rPr lang="pt-B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&gt; </a:t>
            </a:r>
            <a:r>
              <a:rPr lang="pt-BR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retornoSelectMany</a:t>
            </a:r>
            <a:r>
              <a:rPr lang="pt-B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pt-BR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FonteDados.GetAlunos</a:t>
            </a:r>
            <a:r>
              <a:rPr lang="pt-B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().</a:t>
            </a:r>
            <a:r>
              <a:rPr lang="pt-BR" sz="1600" b="1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SelectMany</a:t>
            </a:r>
            <a:r>
              <a:rPr lang="pt-B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(c =&gt; </a:t>
            </a:r>
            <a:r>
              <a:rPr lang="pt-BR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c.Cursos</a:t>
            </a:r>
            <a:r>
              <a:rPr lang="pt-B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br>
              <a:rPr lang="pt-BR" sz="1600" dirty="0">
                <a:solidFill>
                  <a:srgbClr val="000000"/>
                </a:solidFill>
                <a:latin typeface="Cascadia Mono" panose="020B0609020000020004" pitchFamily="49" charset="0"/>
              </a:rPr>
            </a:br>
            <a:r>
              <a:rPr lang="pt-BR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foreach</a:t>
            </a:r>
            <a:r>
              <a:rPr lang="pt-B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pt-BR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string</a:t>
            </a:r>
            <a:r>
              <a:rPr lang="pt-B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curso in </a:t>
            </a:r>
            <a:r>
              <a:rPr lang="pt-BR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retornoSelectMany</a:t>
            </a:r>
            <a:r>
              <a:rPr lang="pt-B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pt-B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pt-B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pt-BR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</a:t>
            </a:r>
            <a:r>
              <a:rPr lang="pt-B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($"{curso} ");</a:t>
            </a:r>
          </a:p>
          <a:p>
            <a:r>
              <a:rPr lang="pt-B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C18AACE-570B-0726-E6D2-98599A3DF1CA}"/>
              </a:ext>
            </a:extLst>
          </p:cNvPr>
          <p:cNvSpPr txBox="1"/>
          <p:nvPr/>
        </p:nvSpPr>
        <p:spPr>
          <a:xfrm>
            <a:off x="287676" y="3966849"/>
            <a:ext cx="89864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 err="1">
                <a:solidFill>
                  <a:srgbClr val="00B0F0"/>
                </a:solidFill>
              </a:rPr>
              <a:t>SelectMany</a:t>
            </a:r>
            <a:endParaRPr lang="pt-BR" sz="24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7501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/>
      <p:bldP spid="3" grpId="0" animBg="1"/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ço Reservado para o Número do Slide 15">
            <a:extLst>
              <a:ext uri="{FF2B5EF4-FFF2-40B4-BE49-F238E27FC236}">
                <a16:creationId xmlns:a16="http://schemas.microsoft.com/office/drawing/2014/main" id="{3F8A62C8-5437-4C47-AC0F-0605F84CB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rtlCol="0"/>
          <a:lstStyle/>
          <a:p>
            <a:pPr rtl="0"/>
            <a:fld id="{DBA1B0FB-D917-4C8C-928F-313BD683BF39}" type="slidenum">
              <a:rPr lang="pt-BR" smtClean="0"/>
              <a:pPr rtl="0"/>
              <a:t>11</a:t>
            </a:fld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2C9D293-3245-92D5-D60D-D7079C7C972B}"/>
              </a:ext>
            </a:extLst>
          </p:cNvPr>
          <p:cNvSpPr txBox="1"/>
          <p:nvPr/>
        </p:nvSpPr>
        <p:spPr>
          <a:xfrm>
            <a:off x="4113800" y="2216082"/>
            <a:ext cx="3160303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3800" dirty="0"/>
              <a:t>FIM</a:t>
            </a:r>
            <a:endParaRPr lang="pt-BR" sz="138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4931022"/>
      </p:ext>
    </p:extLst>
  </p:cSld>
  <p:clrMapOvr>
    <a:masterClrMapping/>
  </p:clrMapOvr>
</p:sld>
</file>

<file path=ppt/theme/theme1.xml><?xml version="1.0" encoding="utf-8"?>
<a:theme xmlns:a="http://schemas.openxmlformats.org/drawingml/2006/main" name="3DFloatVTI">
  <a:themeElements>
    <a:clrScheme name="Float">
      <a:dk1>
        <a:sysClr val="windowText" lastClr="000000"/>
      </a:dk1>
      <a:lt1>
        <a:sysClr val="window" lastClr="FFFFFF"/>
      </a:lt1>
      <a:dk2>
        <a:srgbClr val="1B192E"/>
      </a:dk2>
      <a:lt2>
        <a:srgbClr val="EAE5EB"/>
      </a:lt2>
      <a:accent1>
        <a:srgbClr val="13BE89"/>
      </a:accent1>
      <a:accent2>
        <a:srgbClr val="12B1BF"/>
      </a:accent2>
      <a:accent3>
        <a:srgbClr val="D40AA8"/>
      </a:accent3>
      <a:accent4>
        <a:srgbClr val="B86E62"/>
      </a:accent4>
      <a:accent5>
        <a:srgbClr val="A3A3C1"/>
      </a:accent5>
      <a:accent6>
        <a:srgbClr val="37335B"/>
      </a:accent6>
      <a:hlink>
        <a:srgbClr val="0066FF"/>
      </a:hlink>
      <a:folHlink>
        <a:srgbClr val="666699"/>
      </a:folHlink>
    </a:clrScheme>
    <a:fontScheme name="Float">
      <a:majorFont>
        <a:latin typeface="Walbaum Display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74514352.tgt.Office_50300831_TF33713516_Win32_OJ112196127" id="{5B02CB13-25F9-43E9-A3EC-2B08C0871AF2}" vid="{20DE5CB8-F2DD-40E1-8F79-272B0808BA13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8" ma:contentTypeDescription="Create a new document." ma:contentTypeScope="" ma:versionID="22a266b9fa9a230c5a512669d8b298c3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ddc33fff6b14141ee5c74a0d29ea6a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2:lcf76f155ced4ddcb4097134ff3c332f" minOccurs="0"/>
                <xsd:element ref="ns4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lcf76f155ced4ddcb4097134ff3c332f" ma:index="24" nillable="true" ma:taxonomy="true" ma:internalName="lcf76f155ced4ddcb4097134ff3c332f" ma:taxonomyFieldName="MediaServiceAITags" ma:displayName="Image Tags" ma:readOnly="false" ma:fieldId="{5cf76f15-5ced-4ddc-b409-7134ff3c332f}" ma:taxonomyMulti="true" ma:sspId="e385fb40-52d4-4fae-9c5b-3e8ff8a5878e" ma:termSetId="09814cd3-568e-4e90-9814-8d621ff8fb84" ma:anchorId="00000000-0000-0000-0000-000000000000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5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lcf76f155ced4ddcb4097134ff3c332f xmlns="71af3243-3dd4-4a8d-8c0d-dd76da1f02a5">
      <Terms xmlns="http://schemas.microsoft.com/office/infopath/2007/PartnerControls"/>
    </lcf76f155ced4ddcb4097134ff3c332f>
    <TaxCatchAll xmlns="230e9df3-be65-4c73-a93b-d1236ebd677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E4876F9-7AE1-498D-B8FE-1E3AD703D2A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0811A92-D464-4AC4-A396-BA73B10CEEAC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904751AB-E840-446F-8D49-E697067EC887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{0813B0D7-9797-4010-B962-99818663E40B}tf33713516_win32</Template>
  <TotalTime>1703</TotalTime>
  <Words>795</Words>
  <Application>Microsoft Office PowerPoint</Application>
  <PresentationFormat>Widescreen</PresentationFormat>
  <Paragraphs>116</Paragraphs>
  <Slides>11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Cascadia Mono</vt:lpstr>
      <vt:lpstr>Gill Sans MT</vt:lpstr>
      <vt:lpstr>Walbaum Display</vt:lpstr>
      <vt:lpstr>3DFloatVTI</vt:lpstr>
      <vt:lpstr>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>365 365</dc:creator>
  <cp:lastModifiedBy>365 365</cp:lastModifiedBy>
  <cp:revision>23</cp:revision>
  <dcterms:created xsi:type="dcterms:W3CDTF">2022-09-06T13:49:28Z</dcterms:created>
  <dcterms:modified xsi:type="dcterms:W3CDTF">2022-09-20T19:09:50Z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